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4"/>
  </p:sldMasterIdLst>
  <p:notesMasterIdLst>
    <p:notesMasterId r:id="rId24"/>
  </p:notesMasterIdLst>
  <p:handoutMasterIdLst>
    <p:handoutMasterId r:id="rId25"/>
  </p:handoutMasterIdLst>
  <p:sldIdLst>
    <p:sldId id="2147472797" r:id="rId5"/>
    <p:sldId id="298" r:id="rId6"/>
    <p:sldId id="2147472670" r:id="rId7"/>
    <p:sldId id="292" r:id="rId8"/>
    <p:sldId id="2147472798" r:id="rId9"/>
    <p:sldId id="2147472800" r:id="rId10"/>
    <p:sldId id="2147472801" r:id="rId11"/>
    <p:sldId id="2147472802" r:id="rId12"/>
    <p:sldId id="2147472803" r:id="rId13"/>
    <p:sldId id="2147472806" r:id="rId14"/>
    <p:sldId id="2147472804" r:id="rId15"/>
    <p:sldId id="2147472805" r:id="rId16"/>
    <p:sldId id="2147472807" r:id="rId17"/>
    <p:sldId id="2147472808" r:id="rId18"/>
    <p:sldId id="2147472809" r:id="rId19"/>
    <p:sldId id="2147472810" r:id="rId20"/>
    <p:sldId id="2147472811" r:id="rId21"/>
    <p:sldId id="2147472812" r:id="rId22"/>
    <p:sldId id="2147472813" r:id="rId2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E70E"/>
    <a:srgbClr val="FFFFFF"/>
    <a:srgbClr val="F1F3F3"/>
    <a:srgbClr val="E5EAE9"/>
    <a:srgbClr val="E1DBD5"/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EB55B5-8E4F-4760-803C-65679A068715}" v="49" dt="2025-07-07T07:56:27.959"/>
  </p1510:revLst>
</p1510:revInfo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807" autoAdjust="0"/>
  </p:normalViewPr>
  <p:slideViewPr>
    <p:cSldViewPr showGuides="1">
      <p:cViewPr>
        <p:scale>
          <a:sx n="74" d="100"/>
          <a:sy n="74" d="100"/>
        </p:scale>
        <p:origin x="381" y="-9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07" d="100"/>
          <a:sy n="107" d="100"/>
        </p:scale>
        <p:origin x="5259" y="69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ik Bernhard (s)" userId="ac971a6e-021d-4f9c-a8b0-4fe8a1d9cd4c" providerId="ADAL" clId="{92EB55B5-8E4F-4760-803C-65679A068715}"/>
    <pc:docChg chg="undo custSel addSld delSld modSld sldOrd">
      <pc:chgData name="Dominik Bernhard (s)" userId="ac971a6e-021d-4f9c-a8b0-4fe8a1d9cd4c" providerId="ADAL" clId="{92EB55B5-8E4F-4760-803C-65679A068715}" dt="2025-07-07T08:00:38.085" v="3115" actId="20577"/>
      <pc:docMkLst>
        <pc:docMk/>
      </pc:docMkLst>
      <pc:sldChg chg="addSp delSp modSp mod modNotesTx">
        <pc:chgData name="Dominik Bernhard (s)" userId="ac971a6e-021d-4f9c-a8b0-4fe8a1d9cd4c" providerId="ADAL" clId="{92EB55B5-8E4F-4760-803C-65679A068715}" dt="2025-07-06T21:36:32.815" v="756" actId="20577"/>
        <pc:sldMkLst>
          <pc:docMk/>
          <pc:sldMk cId="2425458185" sldId="292"/>
        </pc:sldMkLst>
        <pc:spChg chg="mod">
          <ac:chgData name="Dominik Bernhard (s)" userId="ac971a6e-021d-4f9c-a8b0-4fe8a1d9cd4c" providerId="ADAL" clId="{92EB55B5-8E4F-4760-803C-65679A068715}" dt="2025-07-06T21:33:32.253" v="632" actId="20577"/>
          <ac:spMkLst>
            <pc:docMk/>
            <pc:sldMk cId="2425458185" sldId="292"/>
            <ac:spMk id="2" creationId="{6E301FFD-0542-B6DE-2815-2259422C69E5}"/>
          </ac:spMkLst>
        </pc:spChg>
        <pc:spChg chg="del">
          <ac:chgData name="Dominik Bernhard (s)" userId="ac971a6e-021d-4f9c-a8b0-4fe8a1d9cd4c" providerId="ADAL" clId="{92EB55B5-8E4F-4760-803C-65679A068715}" dt="2025-07-06T21:29:02.864" v="562"/>
          <ac:spMkLst>
            <pc:docMk/>
            <pc:sldMk cId="2425458185" sldId="292"/>
            <ac:spMk id="3" creationId="{F9CBAB51-05BC-A82E-6967-521234083EB6}"/>
          </ac:spMkLst>
        </pc:spChg>
        <pc:spChg chg="add del mod">
          <ac:chgData name="Dominik Bernhard (s)" userId="ac971a6e-021d-4f9c-a8b0-4fe8a1d9cd4c" providerId="ADAL" clId="{92EB55B5-8E4F-4760-803C-65679A068715}" dt="2025-07-06T21:34:33.851" v="701" actId="1076"/>
          <ac:spMkLst>
            <pc:docMk/>
            <pc:sldMk cId="2425458185" sldId="292"/>
            <ac:spMk id="9" creationId="{1018AAEC-1323-F029-2ED7-061DCEC7FF17}"/>
          </ac:spMkLst>
        </pc:spChg>
        <pc:picChg chg="add mod">
          <ac:chgData name="Dominik Bernhard (s)" userId="ac971a6e-021d-4f9c-a8b0-4fe8a1d9cd4c" providerId="ADAL" clId="{92EB55B5-8E4F-4760-803C-65679A068715}" dt="2025-07-06T21:31:40.882" v="571" actId="1076"/>
          <ac:picMkLst>
            <pc:docMk/>
            <pc:sldMk cId="2425458185" sldId="292"/>
            <ac:picMk id="8" creationId="{40776CFE-3CA8-165C-1A5C-9611E0C119C5}"/>
          </ac:picMkLst>
        </pc:picChg>
        <pc:picChg chg="add mod">
          <ac:chgData name="Dominik Bernhard (s)" userId="ac971a6e-021d-4f9c-a8b0-4fe8a1d9cd4c" providerId="ADAL" clId="{92EB55B5-8E4F-4760-803C-65679A068715}" dt="2025-07-06T21:35:21.272" v="709" actId="1076"/>
          <ac:picMkLst>
            <pc:docMk/>
            <pc:sldMk cId="2425458185" sldId="292"/>
            <ac:picMk id="10" creationId="{9FB0AB21-EA0A-F5FE-7A0A-119121F682F4}"/>
          </ac:picMkLst>
        </pc:picChg>
      </pc:sldChg>
      <pc:sldChg chg="addSp delSp modSp mod">
        <pc:chgData name="Dominik Bernhard (s)" userId="ac971a6e-021d-4f9c-a8b0-4fe8a1d9cd4c" providerId="ADAL" clId="{92EB55B5-8E4F-4760-803C-65679A068715}" dt="2025-07-06T20:11:17.127" v="551" actId="478"/>
        <pc:sldMkLst>
          <pc:docMk/>
          <pc:sldMk cId="246504645" sldId="298"/>
        </pc:sldMkLst>
        <pc:spChg chg="mod">
          <ac:chgData name="Dominik Bernhard (s)" userId="ac971a6e-021d-4f9c-a8b0-4fe8a1d9cd4c" providerId="ADAL" clId="{92EB55B5-8E4F-4760-803C-65679A068715}" dt="2025-07-04T10:57:49.252" v="18" actId="20577"/>
          <ac:spMkLst>
            <pc:docMk/>
            <pc:sldMk cId="246504645" sldId="298"/>
            <ac:spMk id="2" creationId="{053ADAF5-4807-68FF-4D40-65438BF62A11}"/>
          </ac:spMkLst>
        </pc:spChg>
        <pc:spChg chg="mod">
          <ac:chgData name="Dominik Bernhard (s)" userId="ac971a6e-021d-4f9c-a8b0-4fe8a1d9cd4c" providerId="ADAL" clId="{92EB55B5-8E4F-4760-803C-65679A068715}" dt="2025-07-04T10:58:00.990" v="44" actId="20577"/>
          <ac:spMkLst>
            <pc:docMk/>
            <pc:sldMk cId="246504645" sldId="298"/>
            <ac:spMk id="6" creationId="{9070260B-CF47-66A4-FC11-39A8B8E6AC93}"/>
          </ac:spMkLst>
        </pc:spChg>
        <pc:spChg chg="mod">
          <ac:chgData name="Dominik Bernhard (s)" userId="ac971a6e-021d-4f9c-a8b0-4fe8a1d9cd4c" providerId="ADAL" clId="{92EB55B5-8E4F-4760-803C-65679A068715}" dt="2025-07-04T10:59:44.172" v="148" actId="114"/>
          <ac:spMkLst>
            <pc:docMk/>
            <pc:sldMk cId="246504645" sldId="298"/>
            <ac:spMk id="7" creationId="{C878F171-5CBB-F640-B0CE-CE00CC1579DB}"/>
          </ac:spMkLst>
        </pc:spChg>
        <pc:spChg chg="mod">
          <ac:chgData name="Dominik Bernhard (s)" userId="ac971a6e-021d-4f9c-a8b0-4fe8a1d9cd4c" providerId="ADAL" clId="{92EB55B5-8E4F-4760-803C-65679A068715}" dt="2025-07-04T10:58:26.926" v="79" actId="20577"/>
          <ac:spMkLst>
            <pc:docMk/>
            <pc:sldMk cId="246504645" sldId="298"/>
            <ac:spMk id="8" creationId="{B99FC38A-260C-7A9B-B4EB-E0CE4802842E}"/>
          </ac:spMkLst>
        </pc:spChg>
        <pc:picChg chg="add del mod">
          <ac:chgData name="Dominik Bernhard (s)" userId="ac971a6e-021d-4f9c-a8b0-4fe8a1d9cd4c" providerId="ADAL" clId="{92EB55B5-8E4F-4760-803C-65679A068715}" dt="2025-07-06T20:11:17.127" v="551" actId="478"/>
          <ac:picMkLst>
            <pc:docMk/>
            <pc:sldMk cId="246504645" sldId="298"/>
            <ac:picMk id="5" creationId="{05C75E47-6B56-F342-7E7D-AFFB40594455}"/>
          </ac:picMkLst>
        </pc:picChg>
        <pc:picChg chg="add mod">
          <ac:chgData name="Dominik Bernhard (s)" userId="ac971a6e-021d-4f9c-a8b0-4fe8a1d9cd4c" providerId="ADAL" clId="{92EB55B5-8E4F-4760-803C-65679A068715}" dt="2025-07-04T10:54:38.609" v="3" actId="962"/>
          <ac:picMkLst>
            <pc:docMk/>
            <pc:sldMk cId="246504645" sldId="298"/>
            <ac:picMk id="12" creationId="{32EBCE80-D48B-BE7B-200E-7E2425972CC2}"/>
          </ac:picMkLst>
        </pc:picChg>
      </pc:sldChg>
      <pc:sldChg chg="del">
        <pc:chgData name="Dominik Bernhard (s)" userId="ac971a6e-021d-4f9c-a8b0-4fe8a1d9cd4c" providerId="ADAL" clId="{92EB55B5-8E4F-4760-803C-65679A068715}" dt="2025-07-06T21:27:41.029" v="553" actId="47"/>
        <pc:sldMkLst>
          <pc:docMk/>
          <pc:sldMk cId="1308443318" sldId="301"/>
        </pc:sldMkLst>
      </pc:sldChg>
      <pc:sldChg chg="modSp mod">
        <pc:chgData name="Dominik Bernhard (s)" userId="ac971a6e-021d-4f9c-a8b0-4fe8a1d9cd4c" providerId="ADAL" clId="{92EB55B5-8E4F-4760-803C-65679A068715}" dt="2025-07-07T08:00:38.085" v="3115" actId="20577"/>
        <pc:sldMkLst>
          <pc:docMk/>
          <pc:sldMk cId="1709607874" sldId="2147472670"/>
        </pc:sldMkLst>
        <pc:spChg chg="mod">
          <ac:chgData name="Dominik Bernhard (s)" userId="ac971a6e-021d-4f9c-a8b0-4fe8a1d9cd4c" providerId="ADAL" clId="{92EB55B5-8E4F-4760-803C-65679A068715}" dt="2025-07-06T21:27:33.234" v="552" actId="20577"/>
          <ac:spMkLst>
            <pc:docMk/>
            <pc:sldMk cId="1709607874" sldId="2147472670"/>
            <ac:spMk id="2" creationId="{8544A184-2A3A-FD41-16D9-8C07D724A41C}"/>
          </ac:spMkLst>
        </pc:spChg>
        <pc:spChg chg="mod">
          <ac:chgData name="Dominik Bernhard (s)" userId="ac971a6e-021d-4f9c-a8b0-4fe8a1d9cd4c" providerId="ADAL" clId="{92EB55B5-8E4F-4760-803C-65679A068715}" dt="2025-07-04T12:11:21.200" v="299" actId="5793"/>
          <ac:spMkLst>
            <pc:docMk/>
            <pc:sldMk cId="1709607874" sldId="2147472670"/>
            <ac:spMk id="3" creationId="{414AC3D8-1BA4-FACC-1CDB-B01CF1433E76}"/>
          </ac:spMkLst>
        </pc:spChg>
        <pc:spChg chg="mod">
          <ac:chgData name="Dominik Bernhard (s)" userId="ac971a6e-021d-4f9c-a8b0-4fe8a1d9cd4c" providerId="ADAL" clId="{92EB55B5-8E4F-4760-803C-65679A068715}" dt="2025-07-07T08:00:38.085" v="3115" actId="20577"/>
          <ac:spMkLst>
            <pc:docMk/>
            <pc:sldMk cId="1709607874" sldId="2147472670"/>
            <ac:spMk id="4" creationId="{7491B610-C9DB-5310-CC21-081DFDB976F9}"/>
          </ac:spMkLst>
        </pc:spChg>
        <pc:spChg chg="mod">
          <ac:chgData name="Dominik Bernhard (s)" userId="ac971a6e-021d-4f9c-a8b0-4fe8a1d9cd4c" providerId="ADAL" clId="{92EB55B5-8E4F-4760-803C-65679A068715}" dt="2025-07-07T07:54:08.953" v="3036" actId="5793"/>
          <ac:spMkLst>
            <pc:docMk/>
            <pc:sldMk cId="1709607874" sldId="2147472670"/>
            <ac:spMk id="5" creationId="{4F4AE0B3-F622-B7CA-8462-B506671BBC1F}"/>
          </ac:spMkLst>
        </pc:spChg>
        <pc:spChg chg="mod">
          <ac:chgData name="Dominik Bernhard (s)" userId="ac971a6e-021d-4f9c-a8b0-4fe8a1d9cd4c" providerId="ADAL" clId="{92EB55B5-8E4F-4760-803C-65679A068715}" dt="2025-07-07T07:56:27.959" v="3111"/>
          <ac:spMkLst>
            <pc:docMk/>
            <pc:sldMk cId="1709607874" sldId="2147472670"/>
            <ac:spMk id="6" creationId="{BCFAB47B-157D-E2BF-B8E5-19E4698619FA}"/>
          </ac:spMkLst>
        </pc:spChg>
      </pc:sldChg>
      <pc:sldChg chg="del">
        <pc:chgData name="Dominik Bernhard (s)" userId="ac971a6e-021d-4f9c-a8b0-4fe8a1d9cd4c" providerId="ADAL" clId="{92EB55B5-8E4F-4760-803C-65679A068715}" dt="2025-07-07T07:59:46.701" v="3112" actId="47"/>
        <pc:sldMkLst>
          <pc:docMk/>
          <pc:sldMk cId="2694949735" sldId="2147472796"/>
        </pc:sldMkLst>
      </pc:sldChg>
      <pc:sldChg chg="addSp delSp modSp new mod ord">
        <pc:chgData name="Dominik Bernhard (s)" userId="ac971a6e-021d-4f9c-a8b0-4fe8a1d9cd4c" providerId="ADAL" clId="{92EB55B5-8E4F-4760-803C-65679A068715}" dt="2025-07-06T20:11:12.154" v="550" actId="1076"/>
        <pc:sldMkLst>
          <pc:docMk/>
          <pc:sldMk cId="2586407458" sldId="2147472797"/>
        </pc:sldMkLst>
        <pc:spChg chg="mod modVis">
          <ac:chgData name="Dominik Bernhard (s)" userId="ac971a6e-021d-4f9c-a8b0-4fe8a1d9cd4c" providerId="ADAL" clId="{92EB55B5-8E4F-4760-803C-65679A068715}" dt="2025-07-04T10:56:40.827" v="12" actId="26606"/>
          <ac:spMkLst>
            <pc:docMk/>
            <pc:sldMk cId="2586407458" sldId="2147472797"/>
            <ac:spMk id="4" creationId="{F3E02E52-EE94-44CE-62E7-6F08A1B45F4B}"/>
          </ac:spMkLst>
        </pc:spChg>
        <pc:spChg chg="mod">
          <ac:chgData name="Dominik Bernhard (s)" userId="ac971a6e-021d-4f9c-a8b0-4fe8a1d9cd4c" providerId="ADAL" clId="{92EB55B5-8E4F-4760-803C-65679A068715}" dt="2025-07-04T10:56:40.827" v="12" actId="26606"/>
          <ac:spMkLst>
            <pc:docMk/>
            <pc:sldMk cId="2586407458" sldId="2147472797"/>
            <ac:spMk id="5" creationId="{763C17D8-50BC-0032-E6BE-4DD8695995F5}"/>
          </ac:spMkLst>
        </pc:spChg>
        <pc:spChg chg="mod modVis">
          <ac:chgData name="Dominik Bernhard (s)" userId="ac971a6e-021d-4f9c-a8b0-4fe8a1d9cd4c" providerId="ADAL" clId="{92EB55B5-8E4F-4760-803C-65679A068715}" dt="2025-07-04T10:56:40.827" v="12" actId="26606"/>
          <ac:spMkLst>
            <pc:docMk/>
            <pc:sldMk cId="2586407458" sldId="2147472797"/>
            <ac:spMk id="6" creationId="{FD7A2F19-15E8-F50A-4DAD-B6B4BEC4CD1B}"/>
          </ac:spMkLst>
        </pc:spChg>
        <pc:picChg chg="add mod">
          <ac:chgData name="Dominik Bernhard (s)" userId="ac971a6e-021d-4f9c-a8b0-4fe8a1d9cd4c" providerId="ADAL" clId="{92EB55B5-8E4F-4760-803C-65679A068715}" dt="2025-07-06T20:11:12.154" v="550" actId="1076"/>
          <ac:picMkLst>
            <pc:docMk/>
            <pc:sldMk cId="2586407458" sldId="2147472797"/>
            <ac:picMk id="2" creationId="{7CDEB6E9-66A4-847E-BD03-F65028A9636D}"/>
          </ac:picMkLst>
        </pc:picChg>
        <pc:picChg chg="add mod ord">
          <ac:chgData name="Dominik Bernhard (s)" userId="ac971a6e-021d-4f9c-a8b0-4fe8a1d9cd4c" providerId="ADAL" clId="{92EB55B5-8E4F-4760-803C-65679A068715}" dt="2025-07-04T10:56:40.827" v="12" actId="26606"/>
          <ac:picMkLst>
            <pc:docMk/>
            <pc:sldMk cId="2586407458" sldId="2147472797"/>
            <ac:picMk id="8" creationId="{CEE80512-0C54-5CFD-32D8-137073827FFB}"/>
          </ac:picMkLst>
        </pc:picChg>
      </pc:sldChg>
      <pc:sldChg chg="addSp delSp modSp new mod">
        <pc:chgData name="Dominik Bernhard (s)" userId="ac971a6e-021d-4f9c-a8b0-4fe8a1d9cd4c" providerId="ADAL" clId="{92EB55B5-8E4F-4760-803C-65679A068715}" dt="2025-07-06T21:45:49.580" v="905" actId="1076"/>
        <pc:sldMkLst>
          <pc:docMk/>
          <pc:sldMk cId="1729938099" sldId="2147472798"/>
        </pc:sldMkLst>
        <pc:spChg chg="mod">
          <ac:chgData name="Dominik Bernhard (s)" userId="ac971a6e-021d-4f9c-a8b0-4fe8a1d9cd4c" providerId="ADAL" clId="{92EB55B5-8E4F-4760-803C-65679A068715}" dt="2025-07-06T21:40:45.432" v="769" actId="20577"/>
          <ac:spMkLst>
            <pc:docMk/>
            <pc:sldMk cId="1729938099" sldId="2147472798"/>
            <ac:spMk id="2" creationId="{508F3CB4-5F21-1BD9-858B-AE512D2212F6}"/>
          </ac:spMkLst>
        </pc:spChg>
        <pc:spChg chg="del">
          <ac:chgData name="Dominik Bernhard (s)" userId="ac971a6e-021d-4f9c-a8b0-4fe8a1d9cd4c" providerId="ADAL" clId="{92EB55B5-8E4F-4760-803C-65679A068715}" dt="2025-07-06T21:41:53.026" v="770"/>
          <ac:spMkLst>
            <pc:docMk/>
            <pc:sldMk cId="1729938099" sldId="2147472798"/>
            <ac:spMk id="3" creationId="{B56902BE-F233-ED8E-4398-F606EF4F4599}"/>
          </ac:spMkLst>
        </pc:spChg>
        <pc:spChg chg="add mod">
          <ac:chgData name="Dominik Bernhard (s)" userId="ac971a6e-021d-4f9c-a8b0-4fe8a1d9cd4c" providerId="ADAL" clId="{92EB55B5-8E4F-4760-803C-65679A068715}" dt="2025-07-06T21:45:36.704" v="902" actId="1076"/>
          <ac:spMkLst>
            <pc:docMk/>
            <pc:sldMk cId="1729938099" sldId="2147472798"/>
            <ac:spMk id="10" creationId="{F5230418-D2C9-EF91-8860-B5EB5B816401}"/>
          </ac:spMkLst>
        </pc:spChg>
        <pc:spChg chg="add mod">
          <ac:chgData name="Dominik Bernhard (s)" userId="ac971a6e-021d-4f9c-a8b0-4fe8a1d9cd4c" providerId="ADAL" clId="{92EB55B5-8E4F-4760-803C-65679A068715}" dt="2025-07-06T21:45:44.521" v="904" actId="403"/>
          <ac:spMkLst>
            <pc:docMk/>
            <pc:sldMk cId="1729938099" sldId="2147472798"/>
            <ac:spMk id="12" creationId="{50918039-F62A-8FE0-3CF9-A32CA1160ED1}"/>
          </ac:spMkLst>
        </pc:spChg>
        <pc:picChg chg="add mod">
          <ac:chgData name="Dominik Bernhard (s)" userId="ac971a6e-021d-4f9c-a8b0-4fe8a1d9cd4c" providerId="ADAL" clId="{92EB55B5-8E4F-4760-803C-65679A068715}" dt="2025-07-06T21:44:08.460" v="852" actId="1076"/>
          <ac:picMkLst>
            <pc:docMk/>
            <pc:sldMk cId="1729938099" sldId="2147472798"/>
            <ac:picMk id="7" creationId="{70D2E42B-0951-B88A-CBCB-9FC0AD3C5CA6}"/>
          </ac:picMkLst>
        </pc:picChg>
        <pc:picChg chg="add mod">
          <ac:chgData name="Dominik Bernhard (s)" userId="ac971a6e-021d-4f9c-a8b0-4fe8a1d9cd4c" providerId="ADAL" clId="{92EB55B5-8E4F-4760-803C-65679A068715}" dt="2025-07-06T21:45:49.580" v="905" actId="1076"/>
          <ac:picMkLst>
            <pc:docMk/>
            <pc:sldMk cId="1729938099" sldId="2147472798"/>
            <ac:picMk id="8" creationId="{65811DF6-F2B4-8FB7-42D0-81D19ED7228C}"/>
          </ac:picMkLst>
        </pc:picChg>
        <pc:picChg chg="add mod">
          <ac:chgData name="Dominik Bernhard (s)" userId="ac971a6e-021d-4f9c-a8b0-4fe8a1d9cd4c" providerId="ADAL" clId="{92EB55B5-8E4F-4760-803C-65679A068715}" dt="2025-07-06T21:43:08.597" v="783" actId="1076"/>
          <ac:picMkLst>
            <pc:docMk/>
            <pc:sldMk cId="1729938099" sldId="2147472798"/>
            <ac:picMk id="9" creationId="{00C0D4A8-70DD-FF32-5A39-F8D58364F743}"/>
          </ac:picMkLst>
        </pc:picChg>
        <pc:picChg chg="add mod">
          <ac:chgData name="Dominik Bernhard (s)" userId="ac971a6e-021d-4f9c-a8b0-4fe8a1d9cd4c" providerId="ADAL" clId="{92EB55B5-8E4F-4760-803C-65679A068715}" dt="2025-07-06T21:44:13.101" v="855"/>
          <ac:picMkLst>
            <pc:docMk/>
            <pc:sldMk cId="1729938099" sldId="2147472798"/>
            <ac:picMk id="11" creationId="{D4824457-F0EC-6227-3C0F-32D9B3D66F45}"/>
          </ac:picMkLst>
        </pc:picChg>
      </pc:sldChg>
      <pc:sldChg chg="add del">
        <pc:chgData name="Dominik Bernhard (s)" userId="ac971a6e-021d-4f9c-a8b0-4fe8a1d9cd4c" providerId="ADAL" clId="{92EB55B5-8E4F-4760-803C-65679A068715}" dt="2025-07-06T21:29:56.399" v="568" actId="47"/>
        <pc:sldMkLst>
          <pc:docMk/>
          <pc:sldMk cId="2036239471" sldId="2147472798"/>
        </pc:sldMkLst>
      </pc:sldChg>
      <pc:sldChg chg="addSp delSp modSp new del mod modNotesTx">
        <pc:chgData name="Dominik Bernhard (s)" userId="ac971a6e-021d-4f9c-a8b0-4fe8a1d9cd4c" providerId="ADAL" clId="{92EB55B5-8E4F-4760-803C-65679A068715}" dt="2025-07-06T22:06:44.520" v="1502" actId="47"/>
        <pc:sldMkLst>
          <pc:docMk/>
          <pc:sldMk cId="1215942408" sldId="2147472799"/>
        </pc:sldMkLst>
        <pc:spChg chg="mod">
          <ac:chgData name="Dominik Bernhard (s)" userId="ac971a6e-021d-4f9c-a8b0-4fe8a1d9cd4c" providerId="ADAL" clId="{92EB55B5-8E4F-4760-803C-65679A068715}" dt="2025-07-06T21:48:10.267" v="927" actId="20577"/>
          <ac:spMkLst>
            <pc:docMk/>
            <pc:sldMk cId="1215942408" sldId="2147472799"/>
            <ac:spMk id="2" creationId="{DF9F3000-5C96-C548-18E0-EA8624571CA3}"/>
          </ac:spMkLst>
        </pc:spChg>
        <pc:spChg chg="del">
          <ac:chgData name="Dominik Bernhard (s)" userId="ac971a6e-021d-4f9c-a8b0-4fe8a1d9cd4c" providerId="ADAL" clId="{92EB55B5-8E4F-4760-803C-65679A068715}" dt="2025-07-06T21:48:15.033" v="928"/>
          <ac:spMkLst>
            <pc:docMk/>
            <pc:sldMk cId="1215942408" sldId="2147472799"/>
            <ac:spMk id="3" creationId="{19EAAC6E-2334-5923-39DD-17292FF506AD}"/>
          </ac:spMkLst>
        </pc:spChg>
        <pc:graphicFrameChg chg="add del mod modGraphic">
          <ac:chgData name="Dominik Bernhard (s)" userId="ac971a6e-021d-4f9c-a8b0-4fe8a1d9cd4c" providerId="ADAL" clId="{92EB55B5-8E4F-4760-803C-65679A068715}" dt="2025-07-06T21:49:47.676" v="959" actId="478"/>
          <ac:graphicFrameMkLst>
            <pc:docMk/>
            <pc:sldMk cId="1215942408" sldId="2147472799"/>
            <ac:graphicFrameMk id="9" creationId="{EAC3779F-1E4B-FDB0-FCFD-ED79C250C19D}"/>
          </ac:graphicFrameMkLst>
        </pc:graphicFrameChg>
        <pc:graphicFrameChg chg="add mod modGraphic">
          <ac:chgData name="Dominik Bernhard (s)" userId="ac971a6e-021d-4f9c-a8b0-4fe8a1d9cd4c" providerId="ADAL" clId="{92EB55B5-8E4F-4760-803C-65679A068715}" dt="2025-07-06T22:03:29.456" v="1391" actId="14734"/>
          <ac:graphicFrameMkLst>
            <pc:docMk/>
            <pc:sldMk cId="1215942408" sldId="2147472799"/>
            <ac:graphicFrameMk id="10" creationId="{4DD9584F-431F-CFE9-98CB-3259682F227C}"/>
          </ac:graphicFrameMkLst>
        </pc:graphicFrameChg>
        <pc:picChg chg="add mod">
          <ac:chgData name="Dominik Bernhard (s)" userId="ac971a6e-021d-4f9c-a8b0-4fe8a1d9cd4c" providerId="ADAL" clId="{92EB55B5-8E4F-4760-803C-65679A068715}" dt="2025-07-06T22:02:54.049" v="1387" actId="1076"/>
          <ac:picMkLst>
            <pc:docMk/>
            <pc:sldMk cId="1215942408" sldId="2147472799"/>
            <ac:picMk id="7" creationId="{1757CE43-8434-86D7-6460-A5BE5BCE7D59}"/>
          </ac:picMkLst>
        </pc:picChg>
        <pc:picChg chg="add mod">
          <ac:chgData name="Dominik Bernhard (s)" userId="ac971a6e-021d-4f9c-a8b0-4fe8a1d9cd4c" providerId="ADAL" clId="{92EB55B5-8E4F-4760-803C-65679A068715}" dt="2025-07-06T22:02:56.156" v="1388" actId="1076"/>
          <ac:picMkLst>
            <pc:docMk/>
            <pc:sldMk cId="1215942408" sldId="2147472799"/>
            <ac:picMk id="8" creationId="{0EAB3A62-A0DA-51E3-5112-F68F0B9A60A0}"/>
          </ac:picMkLst>
        </pc:picChg>
      </pc:sldChg>
      <pc:sldChg chg="addSp modSp new del">
        <pc:chgData name="Dominik Bernhard (s)" userId="ac971a6e-021d-4f9c-a8b0-4fe8a1d9cd4c" providerId="ADAL" clId="{92EB55B5-8E4F-4760-803C-65679A068715}" dt="2025-07-06T21:32:35.486" v="574" actId="47"/>
        <pc:sldMkLst>
          <pc:docMk/>
          <pc:sldMk cId="4067140161" sldId="2147472799"/>
        </pc:sldMkLst>
        <pc:spChg chg="mod">
          <ac:chgData name="Dominik Bernhard (s)" userId="ac971a6e-021d-4f9c-a8b0-4fe8a1d9cd4c" providerId="ADAL" clId="{92EB55B5-8E4F-4760-803C-65679A068715}" dt="2025-07-06T21:32:11.184" v="572"/>
          <ac:spMkLst>
            <pc:docMk/>
            <pc:sldMk cId="4067140161" sldId="2147472799"/>
            <ac:spMk id="3" creationId="{C26DD14B-47C9-0FE0-AF15-7BFAC43DB211}"/>
          </ac:spMkLst>
        </pc:spChg>
        <pc:picChg chg="add mod">
          <ac:chgData name="Dominik Bernhard (s)" userId="ac971a6e-021d-4f9c-a8b0-4fe8a1d9cd4c" providerId="ADAL" clId="{92EB55B5-8E4F-4760-803C-65679A068715}" dt="2025-07-06T21:32:16.676" v="573"/>
          <ac:picMkLst>
            <pc:docMk/>
            <pc:sldMk cId="4067140161" sldId="2147472799"/>
            <ac:picMk id="7" creationId="{A83F5843-81CE-EC6A-ACEC-CE5B2185BB48}"/>
          </ac:picMkLst>
        </pc:picChg>
      </pc:sldChg>
      <pc:sldChg chg="addSp delSp modSp add mod">
        <pc:chgData name="Dominik Bernhard (s)" userId="ac971a6e-021d-4f9c-a8b0-4fe8a1d9cd4c" providerId="ADAL" clId="{92EB55B5-8E4F-4760-803C-65679A068715}" dt="2025-07-06T22:06:41.193" v="1501" actId="1076"/>
        <pc:sldMkLst>
          <pc:docMk/>
          <pc:sldMk cId="2810902720" sldId="2147472800"/>
        </pc:sldMkLst>
        <pc:graphicFrameChg chg="add mod modGraphic">
          <ac:chgData name="Dominik Bernhard (s)" userId="ac971a6e-021d-4f9c-a8b0-4fe8a1d9cd4c" providerId="ADAL" clId="{92EB55B5-8E4F-4760-803C-65679A068715}" dt="2025-07-06T22:06:41.193" v="1501" actId="1076"/>
          <ac:graphicFrameMkLst>
            <pc:docMk/>
            <pc:sldMk cId="2810902720" sldId="2147472800"/>
            <ac:graphicFrameMk id="3" creationId="{9D09DE30-3C26-E4D4-1614-57426751F272}"/>
          </ac:graphicFrameMkLst>
        </pc:graphicFrameChg>
        <pc:graphicFrameChg chg="del">
          <ac:chgData name="Dominik Bernhard (s)" userId="ac971a6e-021d-4f9c-a8b0-4fe8a1d9cd4c" providerId="ADAL" clId="{92EB55B5-8E4F-4760-803C-65679A068715}" dt="2025-07-06T22:03:47.532" v="1393" actId="478"/>
          <ac:graphicFrameMkLst>
            <pc:docMk/>
            <pc:sldMk cId="2810902720" sldId="2147472800"/>
            <ac:graphicFrameMk id="10" creationId="{5390EA74-02FB-AB32-66F8-C9E68BC763DB}"/>
          </ac:graphicFrameMkLst>
        </pc:graphicFrameChg>
      </pc:sldChg>
      <pc:sldChg chg="modSp new mod">
        <pc:chgData name="Dominik Bernhard (s)" userId="ac971a6e-021d-4f9c-a8b0-4fe8a1d9cd4c" providerId="ADAL" clId="{92EB55B5-8E4F-4760-803C-65679A068715}" dt="2025-07-06T22:26:02.335" v="1880" actId="20577"/>
        <pc:sldMkLst>
          <pc:docMk/>
          <pc:sldMk cId="3702965492" sldId="2147472801"/>
        </pc:sldMkLst>
        <pc:spChg chg="mod">
          <ac:chgData name="Dominik Bernhard (s)" userId="ac971a6e-021d-4f9c-a8b0-4fe8a1d9cd4c" providerId="ADAL" clId="{92EB55B5-8E4F-4760-803C-65679A068715}" dt="2025-07-06T22:15:20.238" v="1527" actId="20577"/>
          <ac:spMkLst>
            <pc:docMk/>
            <pc:sldMk cId="3702965492" sldId="2147472801"/>
            <ac:spMk id="2" creationId="{B2AF001A-1982-CCC0-94CD-127595986DD9}"/>
          </ac:spMkLst>
        </pc:spChg>
        <pc:spChg chg="mod">
          <ac:chgData name="Dominik Bernhard (s)" userId="ac971a6e-021d-4f9c-a8b0-4fe8a1d9cd4c" providerId="ADAL" clId="{92EB55B5-8E4F-4760-803C-65679A068715}" dt="2025-07-06T22:26:02.335" v="1880" actId="20577"/>
          <ac:spMkLst>
            <pc:docMk/>
            <pc:sldMk cId="3702965492" sldId="2147472801"/>
            <ac:spMk id="3" creationId="{B3CC4CC9-E88F-3663-75BB-43E4C976CAC9}"/>
          </ac:spMkLst>
        </pc:spChg>
      </pc:sldChg>
      <pc:sldChg chg="addSp modSp new mod">
        <pc:chgData name="Dominik Bernhard (s)" userId="ac971a6e-021d-4f9c-a8b0-4fe8a1d9cd4c" providerId="ADAL" clId="{92EB55B5-8E4F-4760-803C-65679A068715}" dt="2025-07-07T07:27:11.624" v="2849" actId="20577"/>
        <pc:sldMkLst>
          <pc:docMk/>
          <pc:sldMk cId="1486534104" sldId="2147472802"/>
        </pc:sldMkLst>
        <pc:spChg chg="mod">
          <ac:chgData name="Dominik Bernhard (s)" userId="ac971a6e-021d-4f9c-a8b0-4fe8a1d9cd4c" providerId="ADAL" clId="{92EB55B5-8E4F-4760-803C-65679A068715}" dt="2025-07-06T22:31:55.829" v="1929" actId="20577"/>
          <ac:spMkLst>
            <pc:docMk/>
            <pc:sldMk cId="1486534104" sldId="2147472802"/>
            <ac:spMk id="2" creationId="{D67C998F-ADA4-C8EE-B929-039271D7FDFB}"/>
          </ac:spMkLst>
        </pc:spChg>
        <pc:spChg chg="mod">
          <ac:chgData name="Dominik Bernhard (s)" userId="ac971a6e-021d-4f9c-a8b0-4fe8a1d9cd4c" providerId="ADAL" clId="{92EB55B5-8E4F-4760-803C-65679A068715}" dt="2025-07-07T07:27:11.624" v="2849" actId="20577"/>
          <ac:spMkLst>
            <pc:docMk/>
            <pc:sldMk cId="1486534104" sldId="2147472802"/>
            <ac:spMk id="3" creationId="{D439AC8D-9238-5787-6668-1360F9AA896E}"/>
          </ac:spMkLst>
        </pc:spChg>
        <pc:picChg chg="add mod">
          <ac:chgData name="Dominik Bernhard (s)" userId="ac971a6e-021d-4f9c-a8b0-4fe8a1d9cd4c" providerId="ADAL" clId="{92EB55B5-8E4F-4760-803C-65679A068715}" dt="2025-07-06T23:04:40.675" v="2379" actId="1076"/>
          <ac:picMkLst>
            <pc:docMk/>
            <pc:sldMk cId="1486534104" sldId="2147472802"/>
            <ac:picMk id="8" creationId="{BB918A6D-11D1-D05F-AA16-F0276635A481}"/>
          </ac:picMkLst>
        </pc:picChg>
        <pc:cxnChg chg="add mod">
          <ac:chgData name="Dominik Bernhard (s)" userId="ac971a6e-021d-4f9c-a8b0-4fe8a1d9cd4c" providerId="ADAL" clId="{92EB55B5-8E4F-4760-803C-65679A068715}" dt="2025-07-07T07:09:47.268" v="2736" actId="692"/>
          <ac:cxnSpMkLst>
            <pc:docMk/>
            <pc:sldMk cId="1486534104" sldId="2147472802"/>
            <ac:cxnSpMk id="9" creationId="{B8167E79-32F8-E944-0579-2AC580566942}"/>
          </ac:cxnSpMkLst>
        </pc:cxnChg>
        <pc:cxnChg chg="add mod">
          <ac:chgData name="Dominik Bernhard (s)" userId="ac971a6e-021d-4f9c-a8b0-4fe8a1d9cd4c" providerId="ADAL" clId="{92EB55B5-8E4F-4760-803C-65679A068715}" dt="2025-07-07T07:09:59.014" v="2738" actId="1076"/>
          <ac:cxnSpMkLst>
            <pc:docMk/>
            <pc:sldMk cId="1486534104" sldId="2147472802"/>
            <ac:cxnSpMk id="10" creationId="{72EA235A-F7B8-EEB8-C263-6349319C2C89}"/>
          </ac:cxnSpMkLst>
        </pc:cxnChg>
        <pc:cxnChg chg="add mod">
          <ac:chgData name="Dominik Bernhard (s)" userId="ac971a6e-021d-4f9c-a8b0-4fe8a1d9cd4c" providerId="ADAL" clId="{92EB55B5-8E4F-4760-803C-65679A068715}" dt="2025-07-07T07:10:08.873" v="2740" actId="1076"/>
          <ac:cxnSpMkLst>
            <pc:docMk/>
            <pc:sldMk cId="1486534104" sldId="2147472802"/>
            <ac:cxnSpMk id="11" creationId="{C1B9338E-108C-F4B8-66C2-70FC4C3CAE26}"/>
          </ac:cxnSpMkLst>
        </pc:cxnChg>
        <pc:cxnChg chg="add mod">
          <ac:chgData name="Dominik Bernhard (s)" userId="ac971a6e-021d-4f9c-a8b0-4fe8a1d9cd4c" providerId="ADAL" clId="{92EB55B5-8E4F-4760-803C-65679A068715}" dt="2025-07-07T07:10:17.014" v="2742" actId="1076"/>
          <ac:cxnSpMkLst>
            <pc:docMk/>
            <pc:sldMk cId="1486534104" sldId="2147472802"/>
            <ac:cxnSpMk id="12" creationId="{79127F31-0F7B-731E-7680-E998531803FD}"/>
          </ac:cxnSpMkLst>
        </pc:cxnChg>
        <pc:cxnChg chg="add mod">
          <ac:chgData name="Dominik Bernhard (s)" userId="ac971a6e-021d-4f9c-a8b0-4fe8a1d9cd4c" providerId="ADAL" clId="{92EB55B5-8E4F-4760-803C-65679A068715}" dt="2025-07-07T07:10:26.590" v="2744" actId="1076"/>
          <ac:cxnSpMkLst>
            <pc:docMk/>
            <pc:sldMk cId="1486534104" sldId="2147472802"/>
            <ac:cxnSpMk id="13" creationId="{A48733C3-EB53-9E55-CDC2-B2D2D3ED13A1}"/>
          </ac:cxnSpMkLst>
        </pc:cxnChg>
        <pc:cxnChg chg="add mod">
          <ac:chgData name="Dominik Bernhard (s)" userId="ac971a6e-021d-4f9c-a8b0-4fe8a1d9cd4c" providerId="ADAL" clId="{92EB55B5-8E4F-4760-803C-65679A068715}" dt="2025-07-07T07:10:33.015" v="2746" actId="1076"/>
          <ac:cxnSpMkLst>
            <pc:docMk/>
            <pc:sldMk cId="1486534104" sldId="2147472802"/>
            <ac:cxnSpMk id="14" creationId="{61080293-6525-3488-856B-1D8BC645A44A}"/>
          </ac:cxnSpMkLst>
        </pc:cxnChg>
        <pc:cxnChg chg="add mod">
          <ac:chgData name="Dominik Bernhard (s)" userId="ac971a6e-021d-4f9c-a8b0-4fe8a1d9cd4c" providerId="ADAL" clId="{92EB55B5-8E4F-4760-803C-65679A068715}" dt="2025-07-07T07:10:44.372" v="2748" actId="1076"/>
          <ac:cxnSpMkLst>
            <pc:docMk/>
            <pc:sldMk cId="1486534104" sldId="2147472802"/>
            <ac:cxnSpMk id="15" creationId="{82D75DF8-996B-8AB0-E048-3C5AED446D4A}"/>
          </ac:cxnSpMkLst>
        </pc:cxnChg>
        <pc:cxnChg chg="add mod">
          <ac:chgData name="Dominik Bernhard (s)" userId="ac971a6e-021d-4f9c-a8b0-4fe8a1d9cd4c" providerId="ADAL" clId="{92EB55B5-8E4F-4760-803C-65679A068715}" dt="2025-07-07T07:10:51.323" v="2750" actId="1076"/>
          <ac:cxnSpMkLst>
            <pc:docMk/>
            <pc:sldMk cId="1486534104" sldId="2147472802"/>
            <ac:cxnSpMk id="16" creationId="{49ED4532-76EB-5244-4320-AE8582B4B5EB}"/>
          </ac:cxnSpMkLst>
        </pc:cxnChg>
        <pc:cxnChg chg="add mod">
          <ac:chgData name="Dominik Bernhard (s)" userId="ac971a6e-021d-4f9c-a8b0-4fe8a1d9cd4c" providerId="ADAL" clId="{92EB55B5-8E4F-4760-803C-65679A068715}" dt="2025-07-07T07:10:57.454" v="2752" actId="1076"/>
          <ac:cxnSpMkLst>
            <pc:docMk/>
            <pc:sldMk cId="1486534104" sldId="2147472802"/>
            <ac:cxnSpMk id="17" creationId="{368916CB-CC42-D76A-287F-0F040B6C00AE}"/>
          </ac:cxnSpMkLst>
        </pc:cxnChg>
        <pc:cxnChg chg="add mod">
          <ac:chgData name="Dominik Bernhard (s)" userId="ac971a6e-021d-4f9c-a8b0-4fe8a1d9cd4c" providerId="ADAL" clId="{92EB55B5-8E4F-4760-803C-65679A068715}" dt="2025-07-07T07:11:04.139" v="2754" actId="1076"/>
          <ac:cxnSpMkLst>
            <pc:docMk/>
            <pc:sldMk cId="1486534104" sldId="2147472802"/>
            <ac:cxnSpMk id="18" creationId="{83579C89-3D85-BD88-B2C6-13F7A0924270}"/>
          </ac:cxnSpMkLst>
        </pc:cxnChg>
      </pc:sldChg>
      <pc:sldChg chg="addSp delSp modSp new mod">
        <pc:chgData name="Dominik Bernhard (s)" userId="ac971a6e-021d-4f9c-a8b0-4fe8a1d9cd4c" providerId="ADAL" clId="{92EB55B5-8E4F-4760-803C-65679A068715}" dt="2025-07-06T22:45:27.751" v="2082" actId="14100"/>
        <pc:sldMkLst>
          <pc:docMk/>
          <pc:sldMk cId="3551744975" sldId="2147472803"/>
        </pc:sldMkLst>
        <pc:spChg chg="mod">
          <ac:chgData name="Dominik Bernhard (s)" userId="ac971a6e-021d-4f9c-a8b0-4fe8a1d9cd4c" providerId="ADAL" clId="{92EB55B5-8E4F-4760-803C-65679A068715}" dt="2025-07-06T22:34:35.505" v="1978" actId="20577"/>
          <ac:spMkLst>
            <pc:docMk/>
            <pc:sldMk cId="3551744975" sldId="2147472803"/>
            <ac:spMk id="2" creationId="{535AAC2C-75C9-2882-3D4F-67CAF0F1A61C}"/>
          </ac:spMkLst>
        </pc:spChg>
        <pc:spChg chg="del">
          <ac:chgData name="Dominik Bernhard (s)" userId="ac971a6e-021d-4f9c-a8b0-4fe8a1d9cd4c" providerId="ADAL" clId="{92EB55B5-8E4F-4760-803C-65679A068715}" dt="2025-07-06T22:45:09.624" v="2077"/>
          <ac:spMkLst>
            <pc:docMk/>
            <pc:sldMk cId="3551744975" sldId="2147472803"/>
            <ac:spMk id="3" creationId="{372CCFE4-7491-BA84-A317-981BA374FB5D}"/>
          </ac:spMkLst>
        </pc:spChg>
        <pc:picChg chg="add mod">
          <ac:chgData name="Dominik Bernhard (s)" userId="ac971a6e-021d-4f9c-a8b0-4fe8a1d9cd4c" providerId="ADAL" clId="{92EB55B5-8E4F-4760-803C-65679A068715}" dt="2025-07-06T22:45:11.987" v="2078" actId="1076"/>
          <ac:picMkLst>
            <pc:docMk/>
            <pc:sldMk cId="3551744975" sldId="2147472803"/>
            <ac:picMk id="7" creationId="{9922A60D-AF63-9451-F85E-7D2777605E5A}"/>
          </ac:picMkLst>
        </pc:picChg>
        <pc:picChg chg="add mod">
          <ac:chgData name="Dominik Bernhard (s)" userId="ac971a6e-021d-4f9c-a8b0-4fe8a1d9cd4c" providerId="ADAL" clId="{92EB55B5-8E4F-4760-803C-65679A068715}" dt="2025-07-06T22:45:27.751" v="2082" actId="14100"/>
          <ac:picMkLst>
            <pc:docMk/>
            <pc:sldMk cId="3551744975" sldId="2147472803"/>
            <ac:picMk id="8" creationId="{F9F8E23E-5A2E-377B-D75A-F940C20D41FB}"/>
          </ac:picMkLst>
        </pc:picChg>
      </pc:sldChg>
      <pc:sldChg chg="addSp delSp modSp new mod">
        <pc:chgData name="Dominik Bernhard (s)" userId="ac971a6e-021d-4f9c-a8b0-4fe8a1d9cd4c" providerId="ADAL" clId="{92EB55B5-8E4F-4760-803C-65679A068715}" dt="2025-07-06T22:40:27.772" v="2007" actId="14100"/>
        <pc:sldMkLst>
          <pc:docMk/>
          <pc:sldMk cId="466976048" sldId="2147472804"/>
        </pc:sldMkLst>
        <pc:spChg chg="mod">
          <ac:chgData name="Dominik Bernhard (s)" userId="ac971a6e-021d-4f9c-a8b0-4fe8a1d9cd4c" providerId="ADAL" clId="{92EB55B5-8E4F-4760-803C-65679A068715}" dt="2025-07-06T22:34:49.100" v="1987" actId="20577"/>
          <ac:spMkLst>
            <pc:docMk/>
            <pc:sldMk cId="466976048" sldId="2147472804"/>
            <ac:spMk id="2" creationId="{F96DD6CB-E004-6ECF-1402-DBCE5B664DD8}"/>
          </ac:spMkLst>
        </pc:spChg>
        <pc:spChg chg="del">
          <ac:chgData name="Dominik Bernhard (s)" userId="ac971a6e-021d-4f9c-a8b0-4fe8a1d9cd4c" providerId="ADAL" clId="{92EB55B5-8E4F-4760-803C-65679A068715}" dt="2025-07-06T22:35:23.997" v="1988"/>
          <ac:spMkLst>
            <pc:docMk/>
            <pc:sldMk cId="466976048" sldId="2147472804"/>
            <ac:spMk id="3" creationId="{5D1D67E6-7A82-EF23-E88B-0B92048F7C0B}"/>
          </ac:spMkLst>
        </pc:spChg>
        <pc:picChg chg="add mod">
          <ac:chgData name="Dominik Bernhard (s)" userId="ac971a6e-021d-4f9c-a8b0-4fe8a1d9cd4c" providerId="ADAL" clId="{92EB55B5-8E4F-4760-803C-65679A068715}" dt="2025-07-06T22:40:25.095" v="2006" actId="14100"/>
          <ac:picMkLst>
            <pc:docMk/>
            <pc:sldMk cId="466976048" sldId="2147472804"/>
            <ac:picMk id="7" creationId="{1D63D096-2621-7C14-2842-8D1BD9713767}"/>
          </ac:picMkLst>
        </pc:picChg>
        <pc:picChg chg="add mod">
          <ac:chgData name="Dominik Bernhard (s)" userId="ac971a6e-021d-4f9c-a8b0-4fe8a1d9cd4c" providerId="ADAL" clId="{92EB55B5-8E4F-4760-803C-65679A068715}" dt="2025-07-06T22:40:27.772" v="2007" actId="14100"/>
          <ac:picMkLst>
            <pc:docMk/>
            <pc:sldMk cId="466976048" sldId="2147472804"/>
            <ac:picMk id="9" creationId="{8B213742-9CCB-B58E-BBC9-F297EBCD5734}"/>
          </ac:picMkLst>
        </pc:picChg>
      </pc:sldChg>
      <pc:sldChg chg="addSp delSp modSp add mod">
        <pc:chgData name="Dominik Bernhard (s)" userId="ac971a6e-021d-4f9c-a8b0-4fe8a1d9cd4c" providerId="ADAL" clId="{92EB55B5-8E4F-4760-803C-65679A068715}" dt="2025-07-06T22:41:54.075" v="2076" actId="20577"/>
        <pc:sldMkLst>
          <pc:docMk/>
          <pc:sldMk cId="1054184946" sldId="2147472805"/>
        </pc:sldMkLst>
        <pc:spChg chg="add mod">
          <ac:chgData name="Dominik Bernhard (s)" userId="ac971a6e-021d-4f9c-a8b0-4fe8a1d9cd4c" providerId="ADAL" clId="{92EB55B5-8E4F-4760-803C-65679A068715}" dt="2025-07-06T22:41:54.075" v="2076" actId="20577"/>
          <ac:spMkLst>
            <pc:docMk/>
            <pc:sldMk cId="1054184946" sldId="2147472805"/>
            <ac:spMk id="8" creationId="{8BE7C870-451D-CD35-4099-5C7C2DF29AD7}"/>
          </ac:spMkLst>
        </pc:spChg>
        <pc:picChg chg="del">
          <ac:chgData name="Dominik Bernhard (s)" userId="ac971a6e-021d-4f9c-a8b0-4fe8a1d9cd4c" providerId="ADAL" clId="{92EB55B5-8E4F-4760-803C-65679A068715}" dt="2025-07-06T22:38:42.081" v="2005" actId="478"/>
          <ac:picMkLst>
            <pc:docMk/>
            <pc:sldMk cId="1054184946" sldId="2147472805"/>
            <ac:picMk id="7" creationId="{C38F31D7-68B0-93A4-4E39-FA6142B94F16}"/>
          </ac:picMkLst>
        </pc:picChg>
        <pc:picChg chg="del">
          <ac:chgData name="Dominik Bernhard (s)" userId="ac971a6e-021d-4f9c-a8b0-4fe8a1d9cd4c" providerId="ADAL" clId="{92EB55B5-8E4F-4760-803C-65679A068715}" dt="2025-07-06T22:38:41.297" v="2004" actId="478"/>
          <ac:picMkLst>
            <pc:docMk/>
            <pc:sldMk cId="1054184946" sldId="2147472805"/>
            <ac:picMk id="9" creationId="{3FD657D1-CA2D-9099-1699-1194E8589C09}"/>
          </ac:picMkLst>
        </pc:picChg>
        <pc:picChg chg="add mod">
          <ac:chgData name="Dominik Bernhard (s)" userId="ac971a6e-021d-4f9c-a8b0-4fe8a1d9cd4c" providerId="ADAL" clId="{92EB55B5-8E4F-4760-803C-65679A068715}" dt="2025-07-06T22:41:42.103" v="2053" actId="1076"/>
          <ac:picMkLst>
            <pc:docMk/>
            <pc:sldMk cId="1054184946" sldId="2147472805"/>
            <ac:picMk id="10" creationId="{2BA942C9-09A4-51D5-7058-AAE47CE26B0C}"/>
          </ac:picMkLst>
        </pc:picChg>
      </pc:sldChg>
      <pc:sldChg chg="addSp delSp modSp add del mod">
        <pc:chgData name="Dominik Bernhard (s)" userId="ac971a6e-021d-4f9c-a8b0-4fe8a1d9cd4c" providerId="ADAL" clId="{92EB55B5-8E4F-4760-803C-65679A068715}" dt="2025-07-06T22:38:36.264" v="2002" actId="47"/>
        <pc:sldMkLst>
          <pc:docMk/>
          <pc:sldMk cId="2680129609" sldId="2147472805"/>
        </pc:sldMkLst>
        <pc:spChg chg="add mod">
          <ac:chgData name="Dominik Bernhard (s)" userId="ac971a6e-021d-4f9c-a8b0-4fe8a1d9cd4c" providerId="ADAL" clId="{92EB55B5-8E4F-4760-803C-65679A068715}" dt="2025-07-06T22:36:35.520" v="2001" actId="478"/>
          <ac:spMkLst>
            <pc:docMk/>
            <pc:sldMk cId="2680129609" sldId="2147472805"/>
            <ac:spMk id="8" creationId="{E4C0D107-DC85-7718-6F98-24BB8B54C0FF}"/>
          </ac:spMkLst>
        </pc:spChg>
        <pc:picChg chg="del">
          <ac:chgData name="Dominik Bernhard (s)" userId="ac971a6e-021d-4f9c-a8b0-4fe8a1d9cd4c" providerId="ADAL" clId="{92EB55B5-8E4F-4760-803C-65679A068715}" dt="2025-07-06T22:36:35.520" v="2001" actId="478"/>
          <ac:picMkLst>
            <pc:docMk/>
            <pc:sldMk cId="2680129609" sldId="2147472805"/>
            <ac:picMk id="7" creationId="{5D2D598B-5641-E27C-7E4A-3410CBC297B8}"/>
          </ac:picMkLst>
        </pc:picChg>
      </pc:sldChg>
      <pc:sldChg chg="addSp delSp modSp add mod">
        <pc:chgData name="Dominik Bernhard (s)" userId="ac971a6e-021d-4f9c-a8b0-4fe8a1d9cd4c" providerId="ADAL" clId="{92EB55B5-8E4F-4760-803C-65679A068715}" dt="2025-07-06T22:48:11.356" v="2163" actId="20577"/>
        <pc:sldMkLst>
          <pc:docMk/>
          <pc:sldMk cId="2390050452" sldId="2147472806"/>
        </pc:sldMkLst>
        <pc:spChg chg="add mod">
          <ac:chgData name="Dominik Bernhard (s)" userId="ac971a6e-021d-4f9c-a8b0-4fe8a1d9cd4c" providerId="ADAL" clId="{92EB55B5-8E4F-4760-803C-65679A068715}" dt="2025-07-06T22:48:11.356" v="2163" actId="20577"/>
          <ac:spMkLst>
            <pc:docMk/>
            <pc:sldMk cId="2390050452" sldId="2147472806"/>
            <ac:spMk id="9" creationId="{783EE1EE-F37B-AC77-4C00-46F396503148}"/>
          </ac:spMkLst>
        </pc:spChg>
        <pc:picChg chg="del">
          <ac:chgData name="Dominik Bernhard (s)" userId="ac971a6e-021d-4f9c-a8b0-4fe8a1d9cd4c" providerId="ADAL" clId="{92EB55B5-8E4F-4760-803C-65679A068715}" dt="2025-07-06T22:45:57.661" v="2085" actId="478"/>
          <ac:picMkLst>
            <pc:docMk/>
            <pc:sldMk cId="2390050452" sldId="2147472806"/>
            <ac:picMk id="7" creationId="{02BEE3A2-19CD-4D1D-22B4-EF5E49E748A2}"/>
          </ac:picMkLst>
        </pc:picChg>
        <pc:picChg chg="del">
          <ac:chgData name="Dominik Bernhard (s)" userId="ac971a6e-021d-4f9c-a8b0-4fe8a1d9cd4c" providerId="ADAL" clId="{92EB55B5-8E4F-4760-803C-65679A068715}" dt="2025-07-06T22:45:57.097" v="2084" actId="478"/>
          <ac:picMkLst>
            <pc:docMk/>
            <pc:sldMk cId="2390050452" sldId="2147472806"/>
            <ac:picMk id="8" creationId="{9F8DEA8A-6A59-9B4B-2361-51CBBCD3EEB3}"/>
          </ac:picMkLst>
        </pc:picChg>
        <pc:picChg chg="add mod">
          <ac:chgData name="Dominik Bernhard (s)" userId="ac971a6e-021d-4f9c-a8b0-4fe8a1d9cd4c" providerId="ADAL" clId="{92EB55B5-8E4F-4760-803C-65679A068715}" dt="2025-07-06T22:47:55.386" v="2156" actId="1076"/>
          <ac:picMkLst>
            <pc:docMk/>
            <pc:sldMk cId="2390050452" sldId="2147472806"/>
            <ac:picMk id="10" creationId="{98BFD1E7-38FC-6557-1F74-9E64E1476134}"/>
          </ac:picMkLst>
        </pc:picChg>
      </pc:sldChg>
      <pc:sldChg chg="addSp modSp new mod">
        <pc:chgData name="Dominik Bernhard (s)" userId="ac971a6e-021d-4f9c-a8b0-4fe8a1d9cd4c" providerId="ADAL" clId="{92EB55B5-8E4F-4760-803C-65679A068715}" dt="2025-07-07T07:39:30.317" v="2864" actId="1076"/>
        <pc:sldMkLst>
          <pc:docMk/>
          <pc:sldMk cId="1050040048" sldId="2147472807"/>
        </pc:sldMkLst>
        <pc:spChg chg="mod">
          <ac:chgData name="Dominik Bernhard (s)" userId="ac971a6e-021d-4f9c-a8b0-4fe8a1d9cd4c" providerId="ADAL" clId="{92EB55B5-8E4F-4760-803C-65679A068715}" dt="2025-07-07T07:01:37.871" v="2672" actId="20577"/>
          <ac:spMkLst>
            <pc:docMk/>
            <pc:sldMk cId="1050040048" sldId="2147472807"/>
            <ac:spMk id="2" creationId="{B3CF22EA-60C5-258B-2B74-10DA9496400C}"/>
          </ac:spMkLst>
        </pc:spChg>
        <pc:spChg chg="mod">
          <ac:chgData name="Dominik Bernhard (s)" userId="ac971a6e-021d-4f9c-a8b0-4fe8a1d9cd4c" providerId="ADAL" clId="{92EB55B5-8E4F-4760-803C-65679A068715}" dt="2025-07-07T07:01:29.036" v="2662" actId="20577"/>
          <ac:spMkLst>
            <pc:docMk/>
            <pc:sldMk cId="1050040048" sldId="2147472807"/>
            <ac:spMk id="3" creationId="{F0C86A58-3A3F-FE0A-37D1-4B012DA142B7}"/>
          </ac:spMkLst>
        </pc:spChg>
        <pc:picChg chg="add mod">
          <ac:chgData name="Dominik Bernhard (s)" userId="ac971a6e-021d-4f9c-a8b0-4fe8a1d9cd4c" providerId="ADAL" clId="{92EB55B5-8E4F-4760-803C-65679A068715}" dt="2025-07-07T07:39:22.006" v="2862" actId="1076"/>
          <ac:picMkLst>
            <pc:docMk/>
            <pc:sldMk cId="1050040048" sldId="2147472807"/>
            <ac:picMk id="8" creationId="{7843173A-01E2-1972-5373-9EEFAE2A6503}"/>
          </ac:picMkLst>
        </pc:picChg>
        <pc:picChg chg="add mod">
          <ac:chgData name="Dominik Bernhard (s)" userId="ac971a6e-021d-4f9c-a8b0-4fe8a1d9cd4c" providerId="ADAL" clId="{92EB55B5-8E4F-4760-803C-65679A068715}" dt="2025-07-07T07:39:30.317" v="2864" actId="1076"/>
          <ac:picMkLst>
            <pc:docMk/>
            <pc:sldMk cId="1050040048" sldId="2147472807"/>
            <ac:picMk id="10" creationId="{4B55167A-47D4-4F84-2064-0E2E1F86D814}"/>
          </ac:picMkLst>
        </pc:picChg>
      </pc:sldChg>
      <pc:sldChg chg="addSp modSp new mod">
        <pc:chgData name="Dominik Bernhard (s)" userId="ac971a6e-021d-4f9c-a8b0-4fe8a1d9cd4c" providerId="ADAL" clId="{92EB55B5-8E4F-4760-803C-65679A068715}" dt="2025-07-06T23:06:24.533" v="2380" actId="14100"/>
        <pc:sldMkLst>
          <pc:docMk/>
          <pc:sldMk cId="2399826454" sldId="2147472808"/>
        </pc:sldMkLst>
        <pc:spChg chg="mod">
          <ac:chgData name="Dominik Bernhard (s)" userId="ac971a6e-021d-4f9c-a8b0-4fe8a1d9cd4c" providerId="ADAL" clId="{92EB55B5-8E4F-4760-803C-65679A068715}" dt="2025-07-06T22:58:04.683" v="2182" actId="20577"/>
          <ac:spMkLst>
            <pc:docMk/>
            <pc:sldMk cId="2399826454" sldId="2147472808"/>
            <ac:spMk id="2" creationId="{7F2BB0F3-746D-F9A1-3A35-FE6EF2C164FE}"/>
          </ac:spMkLst>
        </pc:spChg>
        <pc:spChg chg="mod">
          <ac:chgData name="Dominik Bernhard (s)" userId="ac971a6e-021d-4f9c-a8b0-4fe8a1d9cd4c" providerId="ADAL" clId="{92EB55B5-8E4F-4760-803C-65679A068715}" dt="2025-07-06T23:02:56.781" v="2322" actId="20577"/>
          <ac:spMkLst>
            <pc:docMk/>
            <pc:sldMk cId="2399826454" sldId="2147472808"/>
            <ac:spMk id="3" creationId="{79C8626E-6FC7-DF45-64DF-1F8C6237AB40}"/>
          </ac:spMkLst>
        </pc:spChg>
        <pc:picChg chg="add mod">
          <ac:chgData name="Dominik Bernhard (s)" userId="ac971a6e-021d-4f9c-a8b0-4fe8a1d9cd4c" providerId="ADAL" clId="{92EB55B5-8E4F-4760-803C-65679A068715}" dt="2025-07-06T23:06:24.533" v="2380" actId="14100"/>
          <ac:picMkLst>
            <pc:docMk/>
            <pc:sldMk cId="2399826454" sldId="2147472808"/>
            <ac:picMk id="8" creationId="{FA937B9B-4181-AC6C-D678-E7EC82C9B983}"/>
          </ac:picMkLst>
        </pc:picChg>
      </pc:sldChg>
      <pc:sldChg chg="addSp delSp modSp new mod">
        <pc:chgData name="Dominik Bernhard (s)" userId="ac971a6e-021d-4f9c-a8b0-4fe8a1d9cd4c" providerId="ADAL" clId="{92EB55B5-8E4F-4760-803C-65679A068715}" dt="2025-07-07T06:48:39.138" v="2403" actId="20577"/>
        <pc:sldMkLst>
          <pc:docMk/>
          <pc:sldMk cId="1788152424" sldId="2147472809"/>
        </pc:sldMkLst>
        <pc:spChg chg="mod">
          <ac:chgData name="Dominik Bernhard (s)" userId="ac971a6e-021d-4f9c-a8b0-4fe8a1d9cd4c" providerId="ADAL" clId="{92EB55B5-8E4F-4760-803C-65679A068715}" dt="2025-07-07T06:48:39.138" v="2403" actId="20577"/>
          <ac:spMkLst>
            <pc:docMk/>
            <pc:sldMk cId="1788152424" sldId="2147472809"/>
            <ac:spMk id="2" creationId="{1EC28FE8-0A59-F3B4-57CF-9C41E616EC41}"/>
          </ac:spMkLst>
        </pc:spChg>
        <pc:spChg chg="del">
          <ac:chgData name="Dominik Bernhard (s)" userId="ac971a6e-021d-4f9c-a8b0-4fe8a1d9cd4c" providerId="ADAL" clId="{92EB55B5-8E4F-4760-803C-65679A068715}" dt="2025-07-07T06:48:25.131" v="2382"/>
          <ac:spMkLst>
            <pc:docMk/>
            <pc:sldMk cId="1788152424" sldId="2147472809"/>
            <ac:spMk id="3" creationId="{74353DBD-536C-E433-55E0-371EE6063833}"/>
          </ac:spMkLst>
        </pc:spChg>
        <pc:picChg chg="add mod">
          <ac:chgData name="Dominik Bernhard (s)" userId="ac971a6e-021d-4f9c-a8b0-4fe8a1d9cd4c" providerId="ADAL" clId="{92EB55B5-8E4F-4760-803C-65679A068715}" dt="2025-07-07T06:48:31.835" v="2385" actId="1076"/>
          <ac:picMkLst>
            <pc:docMk/>
            <pc:sldMk cId="1788152424" sldId="2147472809"/>
            <ac:picMk id="7" creationId="{75577CEF-73D0-E616-E483-5E0C2811FEF1}"/>
          </ac:picMkLst>
        </pc:picChg>
      </pc:sldChg>
      <pc:sldChg chg="addSp modSp new mod">
        <pc:chgData name="Dominik Bernhard (s)" userId="ac971a6e-021d-4f9c-a8b0-4fe8a1d9cd4c" providerId="ADAL" clId="{92EB55B5-8E4F-4760-803C-65679A068715}" dt="2025-07-07T07:07:13.799" v="2732" actId="20577"/>
        <pc:sldMkLst>
          <pc:docMk/>
          <pc:sldMk cId="3426410539" sldId="2147472810"/>
        </pc:sldMkLst>
        <pc:spChg chg="mod">
          <ac:chgData name="Dominik Bernhard (s)" userId="ac971a6e-021d-4f9c-a8b0-4fe8a1d9cd4c" providerId="ADAL" clId="{92EB55B5-8E4F-4760-803C-65679A068715}" dt="2025-07-07T07:06:29.407" v="2681" actId="20577"/>
          <ac:spMkLst>
            <pc:docMk/>
            <pc:sldMk cId="3426410539" sldId="2147472810"/>
            <ac:spMk id="2" creationId="{778AA860-AF29-A9CD-C5EB-DFBDE9024478}"/>
          </ac:spMkLst>
        </pc:spChg>
        <pc:spChg chg="mod">
          <ac:chgData name="Dominik Bernhard (s)" userId="ac971a6e-021d-4f9c-a8b0-4fe8a1d9cd4c" providerId="ADAL" clId="{92EB55B5-8E4F-4760-803C-65679A068715}" dt="2025-07-07T07:07:13.799" v="2732" actId="20577"/>
          <ac:spMkLst>
            <pc:docMk/>
            <pc:sldMk cId="3426410539" sldId="2147472810"/>
            <ac:spMk id="3" creationId="{B95A7CD8-EEC2-C7C6-6C66-07C5783DB5F8}"/>
          </ac:spMkLst>
        </pc:spChg>
        <pc:picChg chg="add mod">
          <ac:chgData name="Dominik Bernhard (s)" userId="ac971a6e-021d-4f9c-a8b0-4fe8a1d9cd4c" providerId="ADAL" clId="{92EB55B5-8E4F-4760-803C-65679A068715}" dt="2025-07-07T07:06:59.736" v="2722" actId="1076"/>
          <ac:picMkLst>
            <pc:docMk/>
            <pc:sldMk cId="3426410539" sldId="2147472810"/>
            <ac:picMk id="8" creationId="{9B2C8645-1AAC-3AA8-11CF-6CDFF29FF8A1}"/>
          </ac:picMkLst>
        </pc:picChg>
      </pc:sldChg>
      <pc:sldChg chg="addSp delSp modSp new mod">
        <pc:chgData name="Dominik Bernhard (s)" userId="ac971a6e-021d-4f9c-a8b0-4fe8a1d9cd4c" providerId="ADAL" clId="{92EB55B5-8E4F-4760-803C-65679A068715}" dt="2025-07-07T07:46:38.135" v="2921" actId="14100"/>
        <pc:sldMkLst>
          <pc:docMk/>
          <pc:sldMk cId="1926501595" sldId="2147472811"/>
        </pc:sldMkLst>
        <pc:spChg chg="mod">
          <ac:chgData name="Dominik Bernhard (s)" userId="ac971a6e-021d-4f9c-a8b0-4fe8a1d9cd4c" providerId="ADAL" clId="{92EB55B5-8E4F-4760-803C-65679A068715}" dt="2025-07-07T07:21:15.454" v="2770" actId="20577"/>
          <ac:spMkLst>
            <pc:docMk/>
            <pc:sldMk cId="1926501595" sldId="2147472811"/>
            <ac:spMk id="2" creationId="{87BE850F-535D-AC39-277D-E731E1D27764}"/>
          </ac:spMkLst>
        </pc:spChg>
        <pc:spChg chg="del">
          <ac:chgData name="Dominik Bernhard (s)" userId="ac971a6e-021d-4f9c-a8b0-4fe8a1d9cd4c" providerId="ADAL" clId="{92EB55B5-8E4F-4760-803C-65679A068715}" dt="2025-07-07T07:38:10.449" v="2850" actId="22"/>
          <ac:spMkLst>
            <pc:docMk/>
            <pc:sldMk cId="1926501595" sldId="2147472811"/>
            <ac:spMk id="3" creationId="{6E0C9B7D-8A6F-5A79-A9C1-B597CB8142A1}"/>
          </ac:spMkLst>
        </pc:spChg>
        <pc:picChg chg="add mod ord">
          <ac:chgData name="Dominik Bernhard (s)" userId="ac971a6e-021d-4f9c-a8b0-4fe8a1d9cd4c" providerId="ADAL" clId="{92EB55B5-8E4F-4760-803C-65679A068715}" dt="2025-07-07T07:46:38.135" v="2921" actId="14100"/>
          <ac:picMkLst>
            <pc:docMk/>
            <pc:sldMk cId="1926501595" sldId="2147472811"/>
            <ac:picMk id="8" creationId="{0FEE5A38-C41E-B512-3822-D8B1F40D3FF2}"/>
          </ac:picMkLst>
        </pc:picChg>
        <pc:picChg chg="add mod">
          <ac:chgData name="Dominik Bernhard (s)" userId="ac971a6e-021d-4f9c-a8b0-4fe8a1d9cd4c" providerId="ADAL" clId="{92EB55B5-8E4F-4760-803C-65679A068715}" dt="2025-07-07T07:46:33.839" v="2920" actId="1076"/>
          <ac:picMkLst>
            <pc:docMk/>
            <pc:sldMk cId="1926501595" sldId="2147472811"/>
            <ac:picMk id="10" creationId="{0107EE42-9DC0-0045-4568-379EA93FFD4F}"/>
          </ac:picMkLst>
        </pc:picChg>
      </pc:sldChg>
      <pc:sldChg chg="addSp delSp modSp new mod">
        <pc:chgData name="Dominik Bernhard (s)" userId="ac971a6e-021d-4f9c-a8b0-4fe8a1d9cd4c" providerId="ADAL" clId="{92EB55B5-8E4F-4760-803C-65679A068715}" dt="2025-07-07T07:43:28.995" v="2905" actId="1076"/>
        <pc:sldMkLst>
          <pc:docMk/>
          <pc:sldMk cId="2756961835" sldId="2147472812"/>
        </pc:sldMkLst>
        <pc:spChg chg="mod">
          <ac:chgData name="Dominik Bernhard (s)" userId="ac971a6e-021d-4f9c-a8b0-4fe8a1d9cd4c" providerId="ADAL" clId="{92EB55B5-8E4F-4760-803C-65679A068715}" dt="2025-07-07T07:41:19.428" v="2890" actId="20577"/>
          <ac:spMkLst>
            <pc:docMk/>
            <pc:sldMk cId="2756961835" sldId="2147472812"/>
            <ac:spMk id="2" creationId="{F1BC1EA8-A2FC-676A-585B-E2922285FF0E}"/>
          </ac:spMkLst>
        </pc:spChg>
        <pc:spChg chg="del">
          <ac:chgData name="Dominik Bernhard (s)" userId="ac971a6e-021d-4f9c-a8b0-4fe8a1d9cd4c" providerId="ADAL" clId="{92EB55B5-8E4F-4760-803C-65679A068715}" dt="2025-07-07T07:42:32.832" v="2894" actId="22"/>
          <ac:spMkLst>
            <pc:docMk/>
            <pc:sldMk cId="2756961835" sldId="2147472812"/>
            <ac:spMk id="3" creationId="{C0DF0E0A-C5DF-4AC6-2306-12131B36BBD4}"/>
          </ac:spMkLst>
        </pc:spChg>
        <pc:picChg chg="add mod ord">
          <ac:chgData name="Dominik Bernhard (s)" userId="ac971a6e-021d-4f9c-a8b0-4fe8a1d9cd4c" providerId="ADAL" clId="{92EB55B5-8E4F-4760-803C-65679A068715}" dt="2025-07-07T07:43:28.995" v="2905" actId="1076"/>
          <ac:picMkLst>
            <pc:docMk/>
            <pc:sldMk cId="2756961835" sldId="2147472812"/>
            <ac:picMk id="8" creationId="{BA84D735-0ABF-65E7-574A-74C49D8145C0}"/>
          </ac:picMkLst>
        </pc:picChg>
        <pc:picChg chg="add mod">
          <ac:chgData name="Dominik Bernhard (s)" userId="ac971a6e-021d-4f9c-a8b0-4fe8a1d9cd4c" providerId="ADAL" clId="{92EB55B5-8E4F-4760-803C-65679A068715}" dt="2025-07-07T07:43:19.762" v="2902" actId="1076"/>
          <ac:picMkLst>
            <pc:docMk/>
            <pc:sldMk cId="2756961835" sldId="2147472812"/>
            <ac:picMk id="10" creationId="{C150499C-B970-3C5A-EE01-0C6CBC39137B}"/>
          </ac:picMkLst>
        </pc:picChg>
      </pc:sldChg>
      <pc:sldChg chg="addSp delSp modSp add mod">
        <pc:chgData name="Dominik Bernhard (s)" userId="ac971a6e-021d-4f9c-a8b0-4fe8a1d9cd4c" providerId="ADAL" clId="{92EB55B5-8E4F-4760-803C-65679A068715}" dt="2025-07-07T07:45:11.401" v="2912" actId="1076"/>
        <pc:sldMkLst>
          <pc:docMk/>
          <pc:sldMk cId="2770436997" sldId="2147472813"/>
        </pc:sldMkLst>
        <pc:spChg chg="mod">
          <ac:chgData name="Dominik Bernhard (s)" userId="ac971a6e-021d-4f9c-a8b0-4fe8a1d9cd4c" providerId="ADAL" clId="{92EB55B5-8E4F-4760-803C-65679A068715}" dt="2025-07-07T07:41:35.928" v="2893" actId="20577"/>
          <ac:spMkLst>
            <pc:docMk/>
            <pc:sldMk cId="2770436997" sldId="2147472813"/>
            <ac:spMk id="2" creationId="{30F4D6F0-0291-D69B-C0DA-1986CF893B0B}"/>
          </ac:spMkLst>
        </pc:spChg>
        <pc:spChg chg="del">
          <ac:chgData name="Dominik Bernhard (s)" userId="ac971a6e-021d-4f9c-a8b0-4fe8a1d9cd4c" providerId="ADAL" clId="{92EB55B5-8E4F-4760-803C-65679A068715}" dt="2025-07-07T07:44:08.211" v="2906" actId="22"/>
          <ac:spMkLst>
            <pc:docMk/>
            <pc:sldMk cId="2770436997" sldId="2147472813"/>
            <ac:spMk id="3" creationId="{0FBA67AB-0DC1-E7DC-4261-FB534511B27C}"/>
          </ac:spMkLst>
        </pc:spChg>
        <pc:picChg chg="add mod ord">
          <ac:chgData name="Dominik Bernhard (s)" userId="ac971a6e-021d-4f9c-a8b0-4fe8a1d9cd4c" providerId="ADAL" clId="{92EB55B5-8E4F-4760-803C-65679A068715}" dt="2025-07-07T07:45:03.247" v="2910" actId="14100"/>
          <ac:picMkLst>
            <pc:docMk/>
            <pc:sldMk cId="2770436997" sldId="2147472813"/>
            <ac:picMk id="8" creationId="{F44457FC-82F2-F888-2F1D-519E5BF83095}"/>
          </ac:picMkLst>
        </pc:picChg>
        <pc:picChg chg="add mod">
          <ac:chgData name="Dominik Bernhard (s)" userId="ac971a6e-021d-4f9c-a8b0-4fe8a1d9cd4c" providerId="ADAL" clId="{92EB55B5-8E4F-4760-803C-65679A068715}" dt="2025-07-07T07:45:11.401" v="2912" actId="1076"/>
          <ac:picMkLst>
            <pc:docMk/>
            <pc:sldMk cId="2770436997" sldId="2147472813"/>
            <ac:picMk id="10" creationId="{94247E61-DB83-1235-4B8F-AFBF0FC44638}"/>
          </ac:picMkLst>
        </pc:picChg>
      </pc:sldChg>
    </pc:docChg>
  </pc:docChgLst>
  <pc:docChgLst>
    <pc:chgData name="Mathieu Coustans" userId="e8619a91-88a5-4906-b918-1d2303beb8f3" providerId="ADAL" clId="{E484BBEB-414B-4B5C-B3BA-1C280C9C4CA5}"/>
    <pc:docChg chg="custSel modSld">
      <pc:chgData name="Mathieu Coustans" userId="e8619a91-88a5-4906-b918-1d2303beb8f3" providerId="ADAL" clId="{E484BBEB-414B-4B5C-B3BA-1C280C9C4CA5}" dt="2025-05-07T12:47:51.045" v="9" actId="20577"/>
      <pc:docMkLst>
        <pc:docMk/>
      </pc:docMkLst>
      <pc:sldChg chg="addSp modSp mod">
        <pc:chgData name="Mathieu Coustans" userId="e8619a91-88a5-4906-b918-1d2303beb8f3" providerId="ADAL" clId="{E484BBEB-414B-4B5C-B3BA-1C280C9C4CA5}" dt="2025-05-07T12:47:51.045" v="9" actId="20577"/>
        <pc:sldMkLst>
          <pc:docMk/>
          <pc:sldMk cId="246504645" sldId="298"/>
        </pc:sldMkLst>
        <pc:spChg chg="mod">
          <ac:chgData name="Mathieu Coustans" userId="e8619a91-88a5-4906-b918-1d2303beb8f3" providerId="ADAL" clId="{E484BBEB-414B-4B5C-B3BA-1C280C9C4CA5}" dt="2025-05-07T12:47:51.045" v="9" actId="20577"/>
          <ac:spMkLst>
            <pc:docMk/>
            <pc:sldMk cId="246504645" sldId="298"/>
            <ac:spMk id="2" creationId="{053ADAF5-4807-68FF-4D40-65438BF62A11}"/>
          </ac:spMkLst>
        </pc:spChg>
        <pc:spChg chg="mod">
          <ac:chgData name="Mathieu Coustans" userId="e8619a91-88a5-4906-b918-1d2303beb8f3" providerId="ADAL" clId="{E484BBEB-414B-4B5C-B3BA-1C280C9C4CA5}" dt="2025-05-07T12:47:46.318" v="7" actId="20577"/>
          <ac:spMkLst>
            <pc:docMk/>
            <pc:sldMk cId="246504645" sldId="298"/>
            <ac:spMk id="6" creationId="{9070260B-CF47-66A4-FC11-39A8B8E6AC93}"/>
          </ac:spMkLst>
        </pc:spChg>
        <pc:spChg chg="mod">
          <ac:chgData name="Mathieu Coustans" userId="e8619a91-88a5-4906-b918-1d2303beb8f3" providerId="ADAL" clId="{E484BBEB-414B-4B5C-B3BA-1C280C9C4CA5}" dt="2025-05-07T12:40:46.693" v="4" actId="20577"/>
          <ac:spMkLst>
            <pc:docMk/>
            <pc:sldMk cId="246504645" sldId="298"/>
            <ac:spMk id="8" creationId="{B99FC38A-260C-7A9B-B4EB-E0CE4802842E}"/>
          </ac:spMkLst>
        </pc:spChg>
      </pc:sldChg>
    </pc:docChg>
  </pc:docChgLst>
  <pc:docChgLst>
    <pc:chgData name="Dominik Bernhard (s)" userId="ac971a6e-021d-4f9c-a8b0-4fe8a1d9cd4c" providerId="ADAL" clId="{5E9352A2-61C8-4B8D-9A6B-EBCEDA5BC08B}"/>
    <pc:docChg chg="modSld">
      <pc:chgData name="Dominik Bernhard (s)" userId="ac971a6e-021d-4f9c-a8b0-4fe8a1d9cd4c" providerId="ADAL" clId="{5E9352A2-61C8-4B8D-9A6B-EBCEDA5BC08B}" dt="2025-06-02T08:45:45.446" v="9" actId="20577"/>
      <pc:docMkLst>
        <pc:docMk/>
      </pc:docMkLst>
      <pc:sldChg chg="modSp mod">
        <pc:chgData name="Dominik Bernhard (s)" userId="ac971a6e-021d-4f9c-a8b0-4fe8a1d9cd4c" providerId="ADAL" clId="{5E9352A2-61C8-4B8D-9A6B-EBCEDA5BC08B}" dt="2025-06-02T08:45:45.446" v="9" actId="20577"/>
        <pc:sldMkLst>
          <pc:docMk/>
          <pc:sldMk cId="1308443318" sldId="301"/>
        </pc:sldMkLst>
      </pc:sldChg>
    </pc:docChg>
  </pc:docChgLst>
  <pc:docChgLst>
    <pc:chgData name="Mathieu Coustans" userId="e8619a91-88a5-4906-b918-1d2303beb8f3" providerId="ADAL" clId="{48ACE582-5BA5-4FB2-9BCA-EBC728FB82BF}"/>
    <pc:docChg chg="undo custSel addSld modSld sldOrd">
      <pc:chgData name="Mathieu Coustans" userId="e8619a91-88a5-4906-b918-1d2303beb8f3" providerId="ADAL" clId="{48ACE582-5BA5-4FB2-9BCA-EBC728FB82BF}" dt="2025-05-26T06:44:48.327" v="67"/>
      <pc:docMkLst>
        <pc:docMk/>
      </pc:docMkLst>
      <pc:sldChg chg="addSp delSp modSp mod">
        <pc:chgData name="Mathieu Coustans" userId="e8619a91-88a5-4906-b918-1d2303beb8f3" providerId="ADAL" clId="{48ACE582-5BA5-4FB2-9BCA-EBC728FB82BF}" dt="2025-05-26T06:44:48.327" v="67"/>
        <pc:sldMkLst>
          <pc:docMk/>
          <pc:sldMk cId="246504645" sldId="298"/>
        </pc:sldMkLst>
        <pc:spChg chg="mod">
          <ac:chgData name="Mathieu Coustans" userId="e8619a91-88a5-4906-b918-1d2303beb8f3" providerId="ADAL" clId="{48ACE582-5BA5-4FB2-9BCA-EBC728FB82BF}" dt="2025-05-26T06:41:47.190" v="26" actId="20577"/>
          <ac:spMkLst>
            <pc:docMk/>
            <pc:sldMk cId="246504645" sldId="298"/>
            <ac:spMk id="6" creationId="{9070260B-CF47-66A4-FC11-39A8B8E6AC93}"/>
          </ac:spMkLst>
        </pc:spChg>
        <pc:spChg chg="mod">
          <ac:chgData name="Mathieu Coustans" userId="e8619a91-88a5-4906-b918-1d2303beb8f3" providerId="ADAL" clId="{48ACE582-5BA5-4FB2-9BCA-EBC728FB82BF}" dt="2025-05-26T06:41:41.977" v="15" actId="20577"/>
          <ac:spMkLst>
            <pc:docMk/>
            <pc:sldMk cId="246504645" sldId="298"/>
            <ac:spMk id="7" creationId="{C878F171-5CBB-F640-B0CE-CE00CC1579DB}"/>
          </ac:spMkLst>
        </pc:spChg>
        <pc:spChg chg="mod">
          <ac:chgData name="Mathieu Coustans" userId="e8619a91-88a5-4906-b918-1d2303beb8f3" providerId="ADAL" clId="{48ACE582-5BA5-4FB2-9BCA-EBC728FB82BF}" dt="2025-05-26T06:44:37.219" v="66" actId="20577"/>
          <ac:spMkLst>
            <pc:docMk/>
            <pc:sldMk cId="246504645" sldId="298"/>
            <ac:spMk id="8" creationId="{B99FC38A-260C-7A9B-B4EB-E0CE4802842E}"/>
          </ac:spMkLst>
        </pc:spChg>
      </pc:sldChg>
      <pc:sldChg chg="modSp add mod ord modShow">
        <pc:chgData name="Mathieu Coustans" userId="e8619a91-88a5-4906-b918-1d2303beb8f3" providerId="ADAL" clId="{48ACE582-5BA5-4FB2-9BCA-EBC728FB82BF}" dt="2025-05-26T06:43:23.361" v="51" actId="729"/>
        <pc:sldMkLst>
          <pc:docMk/>
          <pc:sldMk cId="2694949735" sldId="214747279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29395"/>
            <a:ext cx="4320480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r>
              <a:rPr lang="de-CH" sz="900"/>
              <a:t>Kopfzeilentext</a:t>
            </a:r>
            <a:endParaRPr lang="de-CH" sz="90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37720" y="229395"/>
            <a:ext cx="1243608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EEC665CA-D682-48EC-95D2-126FD6449D65}" type="datetime1">
              <a:rPr lang="de-CH" sz="900" smtClean="0"/>
              <a:t>07.07.2025</a:t>
            </a:fld>
            <a:endParaRPr lang="de-CH" sz="9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6672" y="8489144"/>
            <a:ext cx="4320480" cy="331331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de-CH" sz="900"/>
              <a:t>Fusszeilentext</a:t>
            </a:r>
            <a:endParaRPr lang="de-CH" sz="90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137720" y="8489146"/>
            <a:ext cx="1243608" cy="331329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2CEDAA2C-602C-494B-9BFF-F0D7FF14E319}" type="slidenum">
              <a:rPr lang="de-CH" sz="900" smtClean="0"/>
              <a:t>‹Nr.›</a:t>
            </a:fld>
            <a:endParaRPr lang="de-CH" sz="900" dirty="0"/>
          </a:p>
        </p:txBody>
      </p:sp>
    </p:spTree>
    <p:extLst>
      <p:ext uri="{BB962C8B-B14F-4D97-AF65-F5344CB8AC3E}">
        <p14:creationId xmlns:p14="http://schemas.microsoft.com/office/powerpoint/2010/main" val="16250026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lienbildplatzhalter 11"/>
          <p:cNvSpPr>
            <a:spLocks noGrp="1" noRot="1" noChangeAspect="1"/>
          </p:cNvSpPr>
          <p:nvPr>
            <p:ph type="sldImg" idx="2"/>
          </p:nvPr>
        </p:nvSpPr>
        <p:spPr>
          <a:xfrm>
            <a:off x="764704" y="899592"/>
            <a:ext cx="5560412" cy="3127732"/>
          </a:xfrm>
          <a:prstGeom prst="rect">
            <a:avLst/>
          </a:prstGeom>
          <a:noFill/>
          <a:ln w="3175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4"/>
          </p:nvPr>
        </p:nvSpPr>
        <p:spPr>
          <a:xfrm>
            <a:off x="775244" y="8712000"/>
            <a:ext cx="2230428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/>
            </a:lvl1pPr>
          </a:lstStyle>
          <a:p>
            <a:r>
              <a:rPr lang="de-CH" dirty="0"/>
              <a:t>Fusszeilentext</a:t>
            </a:r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5"/>
          </p:nvPr>
        </p:nvSpPr>
        <p:spPr>
          <a:xfrm>
            <a:off x="5462663" y="8712000"/>
            <a:ext cx="871173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/>
            </a:lvl1pPr>
          </a:lstStyle>
          <a:p>
            <a:fld id="{83C81C81-E364-4366-A610-2DB15FF98538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6" name="Notizenplatzhalter 15"/>
          <p:cNvSpPr>
            <a:spLocks noGrp="1"/>
          </p:cNvSpPr>
          <p:nvPr>
            <p:ph type="body" sz="quarter" idx="3"/>
          </p:nvPr>
        </p:nvSpPr>
        <p:spPr>
          <a:xfrm>
            <a:off x="773424" y="4283968"/>
            <a:ext cx="5560412" cy="424847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17" name="Datumsplatzhalter 16"/>
          <p:cNvSpPr>
            <a:spLocks noGrp="1"/>
          </p:cNvSpPr>
          <p:nvPr>
            <p:ph type="dt" idx="1"/>
          </p:nvPr>
        </p:nvSpPr>
        <p:spPr>
          <a:xfrm>
            <a:off x="4229809" y="425838"/>
            <a:ext cx="2095308" cy="185722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900"/>
            </a:lvl1pPr>
          </a:lstStyle>
          <a:p>
            <a:fld id="{A17AAF7D-4283-4014-80F4-26E915FEACF8}" type="datetime1">
              <a:rPr lang="de-CH" smtClean="0"/>
              <a:t>07.07.2025</a:t>
            </a:fld>
            <a:endParaRPr lang="de-CH" dirty="0"/>
          </a:p>
        </p:txBody>
      </p:sp>
      <p:sp>
        <p:nvSpPr>
          <p:cNvPr id="18" name="Kopfzeilenplatzhalter 17"/>
          <p:cNvSpPr>
            <a:spLocks noGrp="1"/>
          </p:cNvSpPr>
          <p:nvPr>
            <p:ph type="hdr" sz="quarter"/>
          </p:nvPr>
        </p:nvSpPr>
        <p:spPr>
          <a:xfrm>
            <a:off x="764704" y="432000"/>
            <a:ext cx="3249080" cy="179560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900"/>
            </a:lvl1pPr>
          </a:lstStyle>
          <a:p>
            <a:r>
              <a:rPr lang="de-CH"/>
              <a:t>Kopfzeilentext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11709705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spcAft>
        <a:spcPts val="600"/>
      </a:spcAft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177800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357188" indent="-17938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34988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720725" indent="-18573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061DB-DF71-4765-99A4-14E22DF63CCF}" type="slidenum">
              <a:rPr lang="de-CH" smtClean="0"/>
              <a:pPr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81666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Measuring</a:t>
            </a:r>
            <a:r>
              <a:rPr lang="de-DE" dirty="0"/>
              <a:t> tape </a:t>
            </a:r>
            <a:r>
              <a:rPr lang="de-DE" dirty="0">
                <a:sym typeface="Wingdings" panose="05000000000000000000" pitchFamily="2" charset="2"/>
              </a:rPr>
              <a:t> possible but time-</a:t>
            </a:r>
            <a:r>
              <a:rPr lang="de-DE" dirty="0" err="1">
                <a:sym typeface="Wingdings" panose="05000000000000000000" pitchFamily="2" charset="2"/>
              </a:rPr>
              <a:t>consuming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4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1075950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C1584-42E3-2722-6CE7-3B9CE6D0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6735303-0402-E839-1912-836A84EC33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CC849CF-7172-4E6F-F0CE-F6DA1C0947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Image </a:t>
            </a:r>
            <a:r>
              <a:rPr lang="de-DE" dirty="0" err="1"/>
              <a:t>processing</a:t>
            </a:r>
            <a:r>
              <a:rPr lang="de-DE" dirty="0"/>
              <a:t> </a:t>
            </a:r>
            <a:r>
              <a:rPr lang="de-DE" dirty="0" err="1"/>
              <a:t>software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background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gives</a:t>
            </a:r>
            <a:r>
              <a:rPr lang="de-DE" dirty="0"/>
              <a:t> </a:t>
            </a:r>
            <a:r>
              <a:rPr lang="de-DE" dirty="0" err="1"/>
              <a:t>us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absolute </a:t>
            </a:r>
            <a:r>
              <a:rPr lang="de-DE" dirty="0" err="1"/>
              <a:t>distance</a:t>
            </a:r>
            <a:r>
              <a:rPr lang="de-DE" dirty="0"/>
              <a:t> from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camera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250D78-164E-A563-9D51-12A4B38E6F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6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226644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2040BAA5-8ED1-5052-684A-DB6BB56E8FD6}"/>
              </a:ext>
            </a:extLst>
          </p:cNvPr>
          <p:cNvSpPr/>
          <p:nvPr userDrawn="1"/>
        </p:nvSpPr>
        <p:spPr>
          <a:xfrm>
            <a:off x="0" y="846667"/>
            <a:ext cx="6102000" cy="6011333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8076" y="6223621"/>
            <a:ext cx="2631600" cy="216000"/>
          </a:xfrm>
        </p:spPr>
        <p:txBody>
          <a:bodyPr/>
          <a:lstStyle>
            <a:lvl1pPr>
              <a:defRPr sz="1350"/>
            </a:lvl1pPr>
          </a:lstStyle>
          <a:p>
            <a:fld id="{E471F87F-7CC2-488B-AD55-33485FC98B76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12031569" y="148321"/>
            <a:ext cx="360000" cy="36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12031569" y="148321"/>
            <a:ext cx="360000" cy="36000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594B6BE9-185E-A88B-41DA-D0D14396ED7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103027" y="850779"/>
            <a:ext cx="5323238" cy="6007221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 dirty="0"/>
              <a:t> Ersetzen Sie diesen Platzhalter durch ein Bild </a:t>
            </a:r>
            <a:br>
              <a:rPr lang="de-CH" dirty="0"/>
            </a:br>
            <a:r>
              <a:rPr lang="de-CH" dirty="0"/>
              <a:t>(Grösse und Position beibehalten).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Eine Auswahl an FHNW-Bildern finden Sie im </a:t>
            </a:r>
            <a:br>
              <a:rPr lang="de-CH" dirty="0"/>
            </a:br>
            <a:r>
              <a:rPr lang="de-CH" dirty="0"/>
              <a:t>«Content </a:t>
            </a:r>
            <a:r>
              <a:rPr lang="de-CH" dirty="0" err="1"/>
              <a:t>Chooser</a:t>
            </a:r>
            <a:r>
              <a:rPr lang="de-CH" dirty="0"/>
              <a:t>» rechts in PowerPoint </a:t>
            </a:r>
            <a:br>
              <a:rPr lang="de-CH" dirty="0"/>
            </a:br>
            <a:r>
              <a:rPr lang="de-CH" dirty="0"/>
              <a:t>oder unter dem Menüpunkt «Einfügen &gt; Inhalte».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Eigene Bilder können Sie durch einen Klick auf das untenstehende Icon einfügen.</a:t>
            </a:r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287EEC27-B21C-02CA-ECBC-917FAECFBDA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076" y="5229000"/>
            <a:ext cx="5265300" cy="935263"/>
          </a:xfrm>
        </p:spPr>
        <p:txBody>
          <a:bodyPr anchor="b"/>
          <a:lstStyle>
            <a:lvl1pPr marL="0" indent="0">
              <a:buNone/>
              <a:defRPr sz="1350"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de-CH" sz="1350" dirty="0"/>
              <a:t>Vorname Name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6CC97B3-B836-D6D6-7A42-566F071FE5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7368" y="1117240"/>
            <a:ext cx="5265301" cy="1231106"/>
          </a:xfrm>
        </p:spPr>
        <p:txBody>
          <a:bodyPr wrap="square" anchor="t">
            <a:noAutofit/>
          </a:bodyPr>
          <a:lstStyle>
            <a:lvl1pPr>
              <a:defRPr sz="4000" b="1">
                <a:latin typeface="+mj-lt"/>
              </a:defRPr>
            </a:lvl1pPr>
          </a:lstStyle>
          <a:p>
            <a:r>
              <a:rPr lang="de-CH" dirty="0"/>
              <a:t>Titel </a:t>
            </a:r>
            <a:br>
              <a:rPr lang="de-CH" dirty="0"/>
            </a:br>
            <a:r>
              <a:rPr lang="de-CH" dirty="0"/>
              <a:t>hinzufügen</a:t>
            </a:r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6EFFB021-AEC2-B428-A250-E8A8F84795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8076" y="2926800"/>
            <a:ext cx="5265300" cy="151020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400" b="1">
                <a:latin typeface="+mn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CH" noProof="0" dirty="0"/>
              <a:t>Untertitel </a:t>
            </a:r>
            <a:br>
              <a:rPr lang="de-CH" noProof="0" dirty="0"/>
            </a:br>
            <a:r>
              <a:rPr lang="de-CH" noProof="0" dirty="0"/>
              <a:t>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891886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8076" y="1170372"/>
            <a:ext cx="11012400" cy="492443"/>
          </a:xfrm>
        </p:spPr>
        <p:txBody>
          <a:bodyPr/>
          <a:lstStyle/>
          <a:p>
            <a:r>
              <a:rPr lang="de-CH" dirty="0"/>
              <a:t>Titel hinzufügen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08075" y="1989138"/>
            <a:ext cx="11013193" cy="4175125"/>
          </a:xfrm>
        </p:spPr>
        <p:txBody>
          <a:bodyPr/>
          <a:lstStyle>
            <a:lvl1pPr>
              <a:defRPr/>
            </a:lvl1pPr>
            <a:lvl3pPr marL="536575" indent="-268288">
              <a:defRPr/>
            </a:lvl3pPr>
          </a:lstStyle>
          <a:p>
            <a:pPr lvl="0"/>
            <a:r>
              <a:rPr lang="de-DE" dirty="0"/>
              <a:t>Inhalt hinzufügen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89AB9197-1220-80BD-481F-90A973E1A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2D173F40-185C-2ADF-A4DC-16363A32C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40A1AFE9-5D1C-2846-D3BD-C3EFFEF9A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79570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B03B558-1909-9EAA-030E-9F4C655318C3}"/>
              </a:ext>
            </a:extLst>
          </p:cNvPr>
          <p:cNvSpPr/>
          <p:nvPr userDrawn="1"/>
        </p:nvSpPr>
        <p:spPr>
          <a:xfrm>
            <a:off x="0" y="846667"/>
            <a:ext cx="11430000" cy="6011333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tlCol="0" anchor="ctr"/>
          <a:lstStyle/>
          <a:p>
            <a:pPr algn="ctr"/>
            <a:endParaRPr lang="de-CH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8076" y="1067524"/>
            <a:ext cx="10587038" cy="921613"/>
          </a:xfrm>
        </p:spPr>
        <p:txBody>
          <a:bodyPr/>
          <a:lstStyle>
            <a:lvl1pPr>
              <a:defRPr sz="5850"/>
            </a:lvl1pPr>
          </a:lstStyle>
          <a:p>
            <a:r>
              <a:rPr lang="de-CH" dirty="0"/>
              <a:t>Titel hinzufügen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2030000" y="162000"/>
            <a:ext cx="360000" cy="36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23907732-924E-43E9-B4C2-6CF127C307E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12030000" y="162000"/>
            <a:ext cx="360000" cy="36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11814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8076" y="1170372"/>
            <a:ext cx="11012400" cy="492443"/>
          </a:xfrm>
        </p:spPr>
        <p:txBody>
          <a:bodyPr/>
          <a:lstStyle>
            <a:lvl1pPr>
              <a:defRPr b="0"/>
            </a:lvl1pPr>
          </a:lstStyle>
          <a:p>
            <a:r>
              <a:rPr lang="de-CH" dirty="0"/>
              <a:t>Titel hinzufügen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08075" y="1989138"/>
            <a:ext cx="11013193" cy="4175125"/>
          </a:xfrm>
        </p:spPr>
        <p:txBody>
          <a:bodyPr/>
          <a:lstStyle>
            <a:lvl1pPr marL="270000" indent="-270000">
              <a:buFont typeface="+mj-lt"/>
              <a:buAutoNum type="arabicPeriod"/>
              <a:defRPr sz="2000"/>
            </a:lvl1pPr>
            <a:lvl2pPr marL="540000" indent="-270000">
              <a:buFont typeface="+mj-lt"/>
              <a:buAutoNum type="alphaLcPeriod"/>
              <a:defRPr sz="2000"/>
            </a:lvl2pPr>
            <a:lvl3pPr marL="810000" indent="-270000">
              <a:defRPr sz="2000"/>
            </a:lvl3pPr>
            <a:lvl4pPr marL="1080000" indent="-270000">
              <a:defRPr sz="2000"/>
            </a:lvl4pPr>
            <a:lvl5pPr marL="1350000" indent="-270000">
              <a:defRPr sz="2000"/>
            </a:lvl5pPr>
          </a:lstStyle>
          <a:p>
            <a:pPr lvl="0"/>
            <a:r>
              <a:rPr lang="de-DE" dirty="0"/>
              <a:t>Inhalt hinzufügen</a:t>
            </a:r>
          </a:p>
          <a:p>
            <a:pPr lvl="1"/>
            <a:r>
              <a:rPr lang="de-DE" dirty="0"/>
              <a:t>Zweite </a:t>
            </a:r>
            <a:r>
              <a:rPr lang="de-CH" noProof="0" dirty="0"/>
              <a:t>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95A94-05D5-4DEC-81F7-6AB426E292F4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79837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8076" y="1170372"/>
            <a:ext cx="11012400" cy="492443"/>
          </a:xfrm>
        </p:spPr>
        <p:txBody>
          <a:bodyPr/>
          <a:lstStyle/>
          <a:p>
            <a:r>
              <a:rPr lang="de-CH" dirty="0"/>
              <a:t>Titel hinzufügen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08076" y="1989137"/>
            <a:ext cx="5040000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 dirty="0"/>
              <a:t>Inhalt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385979" y="1989138"/>
            <a:ext cx="5037671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 dirty="0"/>
              <a:t>Inhalt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279FA-DBB5-4713-9CD9-90401A466906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318625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030175" y="1170372"/>
            <a:ext cx="5393475" cy="492443"/>
          </a:xfrm>
        </p:spPr>
        <p:txBody>
          <a:bodyPr/>
          <a:lstStyle/>
          <a:p>
            <a:r>
              <a:rPr lang="de-CH" dirty="0"/>
              <a:t>Titel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030175" y="1989138"/>
            <a:ext cx="5393475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 dirty="0"/>
              <a:t>Inhalt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22A08-A377-47C6-B39F-B1E1F769F25A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Bildplatzhalter 3">
            <a:extLst>
              <a:ext uri="{FF2B5EF4-FFF2-40B4-BE49-F238E27FC236}">
                <a16:creationId xmlns:a16="http://schemas.microsoft.com/office/drawing/2014/main" id="{045B5233-76F3-BDA2-C5F4-340A566D321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-2941" y="846001"/>
            <a:ext cx="5324400" cy="5688000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 dirty="0"/>
              <a:t>Ersetzen Sie diesen Platzhalter durch ein Bild </a:t>
            </a:r>
            <a:br>
              <a:rPr lang="de-CH" dirty="0"/>
            </a:br>
            <a:r>
              <a:rPr lang="de-CH" dirty="0"/>
              <a:t>(Grösse und Position beibehalten).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Eine Auswahl an FHNW-Bildern finden Sie im </a:t>
            </a:r>
            <a:br>
              <a:rPr lang="de-CH" dirty="0"/>
            </a:br>
            <a:r>
              <a:rPr lang="de-CH" dirty="0"/>
              <a:t>«Content </a:t>
            </a:r>
            <a:r>
              <a:rPr lang="de-CH" dirty="0" err="1"/>
              <a:t>Chooser</a:t>
            </a:r>
            <a:r>
              <a:rPr lang="de-CH" dirty="0"/>
              <a:t>» rechts in PowerPoint </a:t>
            </a:r>
            <a:br>
              <a:rPr lang="de-CH" dirty="0"/>
            </a:br>
            <a:r>
              <a:rPr lang="de-CH" dirty="0"/>
              <a:t>oder unter dem Menüpunkt «Einfügen &gt; Inhalte».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Eigene Bilder können Sie durch einen Klick auf das untenstehende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3997219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8076" y="1170372"/>
            <a:ext cx="5040000" cy="492443"/>
          </a:xfrm>
        </p:spPr>
        <p:txBody>
          <a:bodyPr/>
          <a:lstStyle/>
          <a:p>
            <a:r>
              <a:rPr lang="de-CH" dirty="0"/>
              <a:t>Titel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08076" y="1989138"/>
            <a:ext cx="5040000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 dirty="0"/>
              <a:t>Inhalt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28CE2-D1EA-49D7-88A5-9921AB788BF8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8" name="Bildplatzhalter 3">
            <a:extLst>
              <a:ext uri="{FF2B5EF4-FFF2-40B4-BE49-F238E27FC236}">
                <a16:creationId xmlns:a16="http://schemas.microsoft.com/office/drawing/2014/main" id="{BFED3010-9542-8FB4-6B6D-FE485296850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110131" y="846000"/>
            <a:ext cx="5324400" cy="5688000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 dirty="0"/>
              <a:t>Ersetzen Sie diesen Platzhalter durch ein Bild </a:t>
            </a:r>
            <a:br>
              <a:rPr lang="de-CH" dirty="0"/>
            </a:br>
            <a:r>
              <a:rPr lang="de-CH" dirty="0"/>
              <a:t>(Grösse und Position beibehalten).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Eine Auswahl an FHNW-Bildern finden Sie im </a:t>
            </a:r>
            <a:br>
              <a:rPr lang="de-CH" dirty="0"/>
            </a:br>
            <a:r>
              <a:rPr lang="de-CH" dirty="0"/>
              <a:t>«Content </a:t>
            </a:r>
            <a:r>
              <a:rPr lang="de-CH" dirty="0" err="1"/>
              <a:t>Chooser</a:t>
            </a:r>
            <a:r>
              <a:rPr lang="de-CH" dirty="0"/>
              <a:t>» rechts in PowerPoint </a:t>
            </a:r>
            <a:br>
              <a:rPr lang="de-CH" dirty="0"/>
            </a:br>
            <a:r>
              <a:rPr lang="de-CH" dirty="0"/>
              <a:t>oder unter dem Menüpunkt «Einfügen &gt; Inhalte».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Eigene Bilder können Sie durch einen Klick auf das untenstehende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2932665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EB216CB-AE9D-4C01-AD48-4B791587519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884AD1-A783-44E4-89C8-03B3CA1C81C1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3E67269-0443-40A6-8D53-CF9C30AE72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D2179C-3288-47A5-A587-1B7255A2C3E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" name="Bildplatzhalter 3">
            <a:extLst>
              <a:ext uri="{FF2B5EF4-FFF2-40B4-BE49-F238E27FC236}">
                <a16:creationId xmlns:a16="http://schemas.microsoft.com/office/drawing/2014/main" id="{FA158FDB-0E1B-74C0-3EFC-E1E947BFEE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846872"/>
            <a:ext cx="11430000" cy="5688000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 dirty="0"/>
              <a:t> Ersetzen Sie diesen Platzhalter durch ein Bild (Grösse und Position beibehalten).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Eine Auswahl an FHNW-Bildern finden Sie im «Content </a:t>
            </a:r>
            <a:r>
              <a:rPr lang="de-CH" dirty="0" err="1"/>
              <a:t>Chooser</a:t>
            </a:r>
            <a:r>
              <a:rPr lang="de-CH" dirty="0"/>
              <a:t>» rechts in PowerPoint </a:t>
            </a:r>
            <a:br>
              <a:rPr lang="de-CH" dirty="0"/>
            </a:br>
            <a:r>
              <a:rPr lang="de-CH" dirty="0"/>
              <a:t>oder unter dem Menüpunkt «Einfügen &gt; Inhalte».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Eigene Bilder können Sie durch einen Klick</a:t>
            </a:r>
            <a:br>
              <a:rPr lang="de-CH" dirty="0"/>
            </a:br>
            <a:r>
              <a:rPr lang="de-CH" dirty="0"/>
              <a:t>auf das untenstehende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2451753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8076" y="1170372"/>
            <a:ext cx="11012400" cy="492443"/>
          </a:xfrm>
        </p:spPr>
        <p:txBody>
          <a:bodyPr/>
          <a:lstStyle/>
          <a:p>
            <a:r>
              <a:rPr lang="de-CH" dirty="0"/>
              <a:t>Titel hinzufügen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846EAAB-E9CC-4FBB-A777-DFD68618E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8A167D-93E7-43CF-ADB7-181D413D4773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490A60D-3123-4534-B4E1-1B214E402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A66DD1-3165-483D-99FB-202ADC04E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837984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BF1D7-D20B-4528-9E03-8B18AB702752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005446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2"/>
          <p:cNvSpPr>
            <a:spLocks noGrp="1" noChangeArrowheads="1"/>
          </p:cNvSpPr>
          <p:nvPr>
            <p:ph type="title" hasCustomPrompt="1"/>
          </p:nvPr>
        </p:nvSpPr>
        <p:spPr>
          <a:xfrm>
            <a:off x="675502" y="1369296"/>
            <a:ext cx="10840997" cy="279179"/>
          </a:xfrm>
        </p:spPr>
        <p:txBody>
          <a:bodyPr/>
          <a:lstStyle>
            <a:lvl1pPr>
              <a:defRPr sz="1814" b="1" i="0" baseline="0"/>
            </a:lvl1pPr>
          </a:lstStyle>
          <a:p>
            <a:r>
              <a:rPr lang="de-DE" dirty="0"/>
              <a:t>Titel durch Klicken hinzufügen</a:t>
            </a:r>
          </a:p>
        </p:txBody>
      </p:sp>
      <p:sp>
        <p:nvSpPr>
          <p:cNvPr id="16" name="Rechteck 15"/>
          <p:cNvSpPr/>
          <p:nvPr userDrawn="1"/>
        </p:nvSpPr>
        <p:spPr bwMode="auto">
          <a:xfrm>
            <a:off x="6194552" y="1976911"/>
            <a:ext cx="5321946" cy="2002633"/>
          </a:xfrm>
          <a:prstGeom prst="rect">
            <a:avLst/>
          </a:prstGeom>
          <a:solidFill>
            <a:srgbClr val="F0F01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82931" tIns="41465" rIns="82931" bIns="41465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4590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1904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4" name="Rechteck 23"/>
          <p:cNvSpPr/>
          <p:nvPr userDrawn="1"/>
        </p:nvSpPr>
        <p:spPr bwMode="auto">
          <a:xfrm>
            <a:off x="6194551" y="4197677"/>
            <a:ext cx="5321946" cy="2002633"/>
          </a:xfrm>
          <a:prstGeom prst="rect">
            <a:avLst/>
          </a:prstGeom>
          <a:solidFill>
            <a:srgbClr val="F0F01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82931" tIns="41465" rIns="82931" bIns="41465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4590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1904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5" name="Rechteck 24"/>
          <p:cNvSpPr/>
          <p:nvPr userDrawn="1"/>
        </p:nvSpPr>
        <p:spPr bwMode="auto">
          <a:xfrm>
            <a:off x="666169" y="4197676"/>
            <a:ext cx="5321946" cy="1991753"/>
          </a:xfrm>
          <a:prstGeom prst="rect">
            <a:avLst/>
          </a:prstGeom>
          <a:solidFill>
            <a:srgbClr val="F0F01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82931" tIns="41465" rIns="82931" bIns="41465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4590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1904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6" name="Rechteck 25"/>
          <p:cNvSpPr/>
          <p:nvPr userDrawn="1"/>
        </p:nvSpPr>
        <p:spPr bwMode="auto">
          <a:xfrm>
            <a:off x="666168" y="1976911"/>
            <a:ext cx="5321946" cy="1991753"/>
          </a:xfrm>
          <a:prstGeom prst="rect">
            <a:avLst/>
          </a:prstGeom>
          <a:solidFill>
            <a:srgbClr val="F0F01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82931" tIns="41465" rIns="82931" bIns="41465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4590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1904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5" name="Textplatzhalter 2"/>
          <p:cNvSpPr>
            <a:spLocks noGrp="1"/>
          </p:cNvSpPr>
          <p:nvPr>
            <p:ph type="body" sz="quarter" idx="28" hasCustomPrompt="1"/>
          </p:nvPr>
        </p:nvSpPr>
        <p:spPr>
          <a:xfrm>
            <a:off x="937950" y="2232273"/>
            <a:ext cx="4501128" cy="804865"/>
          </a:xfrm>
        </p:spPr>
        <p:txBody>
          <a:bodyPr/>
          <a:lstStyle>
            <a:lvl1pPr>
              <a:defRPr sz="1814"/>
            </a:lvl1pPr>
          </a:lstStyle>
          <a:p>
            <a:pPr lvl="0"/>
            <a:r>
              <a:rPr lang="de-DE" dirty="0"/>
              <a:t>Titel</a:t>
            </a:r>
          </a:p>
        </p:txBody>
      </p:sp>
      <p:sp>
        <p:nvSpPr>
          <p:cNvPr id="36" name="Textplatzhalter 2"/>
          <p:cNvSpPr>
            <a:spLocks noGrp="1"/>
          </p:cNvSpPr>
          <p:nvPr>
            <p:ph type="body" sz="quarter" idx="29" hasCustomPrompt="1"/>
          </p:nvPr>
        </p:nvSpPr>
        <p:spPr>
          <a:xfrm>
            <a:off x="6481971" y="2232273"/>
            <a:ext cx="4501128" cy="804865"/>
          </a:xfrm>
        </p:spPr>
        <p:txBody>
          <a:bodyPr/>
          <a:lstStyle>
            <a:lvl1pPr>
              <a:defRPr sz="1814"/>
            </a:lvl1pPr>
          </a:lstStyle>
          <a:p>
            <a:pPr lvl="0"/>
            <a:r>
              <a:rPr lang="de-DE" dirty="0"/>
              <a:t>Titel</a:t>
            </a:r>
          </a:p>
        </p:txBody>
      </p:sp>
      <p:sp>
        <p:nvSpPr>
          <p:cNvPr id="37" name="Textplatzhalter 2"/>
          <p:cNvSpPr>
            <a:spLocks noGrp="1"/>
          </p:cNvSpPr>
          <p:nvPr>
            <p:ph type="body" sz="quarter" idx="30" hasCustomPrompt="1"/>
          </p:nvPr>
        </p:nvSpPr>
        <p:spPr>
          <a:xfrm>
            <a:off x="937950" y="4408662"/>
            <a:ext cx="4501128" cy="804865"/>
          </a:xfrm>
        </p:spPr>
        <p:txBody>
          <a:bodyPr/>
          <a:lstStyle>
            <a:lvl1pPr>
              <a:defRPr sz="1814"/>
            </a:lvl1pPr>
          </a:lstStyle>
          <a:p>
            <a:pPr lvl="0"/>
            <a:r>
              <a:rPr lang="de-DE" dirty="0"/>
              <a:t>Titel</a:t>
            </a:r>
          </a:p>
        </p:txBody>
      </p:sp>
      <p:sp>
        <p:nvSpPr>
          <p:cNvPr id="38" name="Textplatzhalter 2"/>
          <p:cNvSpPr>
            <a:spLocks noGrp="1"/>
          </p:cNvSpPr>
          <p:nvPr>
            <p:ph type="body" sz="quarter" idx="31" hasCustomPrompt="1"/>
          </p:nvPr>
        </p:nvSpPr>
        <p:spPr>
          <a:xfrm>
            <a:off x="6481971" y="4408662"/>
            <a:ext cx="4501128" cy="804865"/>
          </a:xfrm>
        </p:spPr>
        <p:txBody>
          <a:bodyPr/>
          <a:lstStyle>
            <a:lvl1pPr>
              <a:defRPr sz="1814"/>
            </a:lvl1pPr>
          </a:lstStyle>
          <a:p>
            <a:pPr lvl="0"/>
            <a:r>
              <a:rPr lang="de-DE" dirty="0"/>
              <a:t>Titel</a:t>
            </a:r>
          </a:p>
        </p:txBody>
      </p:sp>
      <p:pic>
        <p:nvPicPr>
          <p:cNvPr id="12" name="Grafik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5574" y="304296"/>
            <a:ext cx="1290037" cy="3354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33003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CCA65A95-72B9-9C39-BC44-04A643558335}"/>
              </a:ext>
            </a:extLst>
          </p:cNvPr>
          <p:cNvSpPr/>
          <p:nvPr userDrawn="1"/>
        </p:nvSpPr>
        <p:spPr>
          <a:xfrm>
            <a:off x="0" y="6534000"/>
            <a:ext cx="11430000" cy="32400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10457" y="1170372"/>
            <a:ext cx="11006138" cy="49244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de-CH" dirty="0"/>
              <a:t>Titel hinzufügen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07988" y="1989137"/>
            <a:ext cx="11015662" cy="41759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 dirty="0"/>
              <a:t>Inhalt hinzufügen</a:t>
            </a:r>
          </a:p>
          <a:p>
            <a:pPr lvl="2"/>
            <a:r>
              <a:rPr lang="de-CH" noProof="0" dirty="0"/>
              <a:t>Ebene 2</a:t>
            </a:r>
          </a:p>
          <a:p>
            <a:pPr lvl="3"/>
            <a:r>
              <a:rPr lang="de-CH" noProof="0" dirty="0"/>
              <a:t>Ebene 3</a:t>
            </a:r>
          </a:p>
          <a:p>
            <a:pPr lvl="4"/>
            <a:r>
              <a:rPr lang="de-CH" noProof="0" dirty="0"/>
              <a:t>Ebene 4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19100" y="6620400"/>
            <a:ext cx="118800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50">
                <a:solidFill>
                  <a:schemeClr val="tx1"/>
                </a:solidFill>
              </a:defRPr>
            </a:lvl1pPr>
          </a:lstStyle>
          <a:p>
            <a:fld id="{698FC4C5-3ADA-44FA-AF24-1DAFEB8AF652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667508" y="6620400"/>
            <a:ext cx="810000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50" b="1">
                <a:solidFill>
                  <a:schemeClr val="tx1"/>
                </a:solidFill>
              </a:defRPr>
            </a:lvl1pPr>
          </a:lstStyle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50">
                <a:solidFill>
                  <a:schemeClr val="tx1"/>
                </a:solidFill>
              </a:defRPr>
            </a:lvl1pPr>
          </a:lstStyle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2BBC21AA-03C3-7EDE-BB82-F15F9CEADEFF}"/>
              </a:ext>
            </a:extLst>
          </p:cNvPr>
          <p:cNvSpPr txBox="1"/>
          <p:nvPr userDrawn="1"/>
        </p:nvSpPr>
        <p:spPr>
          <a:xfrm>
            <a:off x="9787386" y="6620400"/>
            <a:ext cx="1486542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de-DE"/>
            </a:defPPr>
            <a:lvl1pPr>
              <a:defRPr sz="950" b="1"/>
            </a:lvl1pPr>
          </a:lstStyle>
          <a:p>
            <a:pPr lvl="0" algn="r"/>
            <a:r>
              <a:rPr lang="de-CH" dirty="0"/>
              <a:t>www.fhnw.ch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52744D73-4AF0-A154-437F-3B480B65F51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852240" y="212400"/>
            <a:ext cx="1571760" cy="4248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35EF8AA-ECD2-FB66-452B-C9B1534A4F05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413844" y="212400"/>
            <a:ext cx="4415684" cy="42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663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7" r:id="rId3"/>
    <p:sldLayoutId id="2147483668" r:id="rId4"/>
    <p:sldLayoutId id="2147483661" r:id="rId5"/>
    <p:sldLayoutId id="2147483669" r:id="rId6"/>
    <p:sldLayoutId id="2147483670" r:id="rId7"/>
    <p:sldLayoutId id="2147483665" r:id="rId8"/>
    <p:sldLayoutId id="2147483663" r:id="rId9"/>
    <p:sldLayoutId id="2147483664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70000" indent="-270000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268288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10000" indent="-269875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69875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 userDrawn="1">
          <p15:clr>
            <a:srgbClr val="A4A3A4"/>
          </p15:clr>
        </p15:guide>
        <p15:guide id="2" pos="7196" userDrawn="1">
          <p15:clr>
            <a:srgbClr val="A4A3A4"/>
          </p15:clr>
        </p15:guide>
        <p15:guide id="3" orient="horz" pos="3883" userDrawn="1">
          <p15:clr>
            <a:srgbClr val="A4A3A4"/>
          </p15:clr>
        </p15:guide>
        <p15:guide id="4" orient="horz" pos="12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Cartoon, Animation, Anime, Animierter Cartoon enthält.&#10;&#10;KI-generierte Inhalte können fehlerhaft sein.">
            <a:extLst>
              <a:ext uri="{FF2B5EF4-FFF2-40B4-BE49-F238E27FC236}">
                <a16:creationId xmlns:a16="http://schemas.microsoft.com/office/drawing/2014/main" id="{CEE80512-0C54-5CFD-32D8-137073827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  <p:sp>
        <p:nvSpPr>
          <p:cNvPr id="4" name="Datumsplatzhalter 3" hidden="1">
            <a:extLst>
              <a:ext uri="{FF2B5EF4-FFF2-40B4-BE49-F238E27FC236}">
                <a16:creationId xmlns:a16="http://schemas.microsoft.com/office/drawing/2014/main" id="{F3E02E52-EE94-44CE-62E7-6F08A1B45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B2DD1E4E-1107-499B-BB00-8AA0260A0EFB}" type="datetime1">
              <a:rPr lang="de-DE" smtClean="0"/>
              <a:pPr>
                <a:spcAft>
                  <a:spcPts val="600"/>
                </a:spcAft>
              </a:pPr>
              <a:t>07.07.2025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3C17D8-50BC-0032-E6BE-4DD869599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Institute For Sensor and Electronics</a:t>
            </a:r>
            <a:endParaRPr lang="de-CH"/>
          </a:p>
        </p:txBody>
      </p:sp>
      <p:sp>
        <p:nvSpPr>
          <p:cNvPr id="6" name="Foliennummernplatzhalter 5" hidden="1">
            <a:extLst>
              <a:ext uri="{FF2B5EF4-FFF2-40B4-BE49-F238E27FC236}">
                <a16:creationId xmlns:a16="http://schemas.microsoft.com/office/drawing/2014/main" id="{FD7A2F19-15E8-F50A-4DAD-B6B4BEC4C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442AD375-037F-43D0-B059-5172DA06796A}" type="slidenum">
              <a:rPr lang="de-CH" smtClean="0"/>
              <a:pPr>
                <a:spcAft>
                  <a:spcPts val="600"/>
                </a:spcAft>
              </a:pPr>
              <a:t>1</a:t>
            </a:fld>
            <a:endParaRPr lang="de-CH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7CDEB6E9-66A4-847E-BD03-F65028A96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8168" y="620688"/>
            <a:ext cx="770485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407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53ADAF5-4807-68FF-4D40-65438BF62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07.07.2025</a:t>
            </a:r>
            <a:endParaRPr lang="de-CH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755E460-25C6-3A25-5B4F-AAC2A569B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BDBB4E-FF89-DE17-7B80-A8E1AEC23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2</a:t>
            </a:fld>
            <a:endParaRPr lang="de-CH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070260B-CF47-66A4-FC11-39A8B8E6AC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br>
              <a:rPr lang="de-CH" dirty="0"/>
            </a:br>
            <a:r>
              <a:rPr lang="de-CH" b="1" dirty="0">
                <a:solidFill>
                  <a:srgbClr val="252424"/>
                </a:solidFill>
                <a:latin typeface="Segoe UI" panose="020B0502040204020203" pitchFamily="34" charset="0"/>
              </a:rPr>
              <a:t>Bernhard</a:t>
            </a:r>
            <a:r>
              <a:rPr lang="de-CH" b="1" i="0" dirty="0">
                <a:solidFill>
                  <a:srgbClr val="252424"/>
                </a:solidFill>
                <a:effectLst/>
                <a:latin typeface="Segoe UI" panose="020B0502040204020203" pitchFamily="34" charset="0"/>
              </a:rPr>
              <a:t> Dominik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878F171-5CBB-F640-B0CE-CE00CC1579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sz="2400" i="1" dirty="0">
                <a:solidFill>
                  <a:srgbClr val="000000"/>
                </a:solidFill>
                <a:latin typeface="Arial" panose="020B0604020202020204" pitchFamily="34" charset="0"/>
              </a:rPr>
              <a:t>Kalman Filter </a:t>
            </a:r>
            <a:r>
              <a:rPr lang="de-DE" sz="2400" i="1" dirty="0" err="1">
                <a:solidFill>
                  <a:srgbClr val="000000"/>
                </a:solidFill>
                <a:latin typeface="Arial" panose="020B0604020202020204" pitchFamily="34" charset="0"/>
              </a:rPr>
              <a:t>for</a:t>
            </a:r>
            <a:r>
              <a:rPr lang="de-DE" sz="2400" i="1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de-DE" sz="2400" i="1" dirty="0" err="1">
                <a:solidFill>
                  <a:srgbClr val="000000"/>
                </a:solidFill>
                <a:latin typeface="Arial" panose="020B0604020202020204" pitchFamily="34" charset="0"/>
              </a:rPr>
              <a:t>throwing</a:t>
            </a:r>
            <a:r>
              <a:rPr lang="de-DE" sz="2400" i="1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de-DE" sz="2400" i="1" dirty="0" err="1">
                <a:solidFill>
                  <a:srgbClr val="000000"/>
                </a:solidFill>
                <a:latin typeface="Arial" panose="020B0604020202020204" pitchFamily="34" charset="0"/>
              </a:rPr>
              <a:t>distance</a:t>
            </a:r>
            <a:r>
              <a:rPr lang="de-DE" sz="2400" i="1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de-DE" sz="2400" i="1" dirty="0" err="1">
                <a:solidFill>
                  <a:srgbClr val="000000"/>
                </a:solidFill>
                <a:latin typeface="Arial" panose="020B0604020202020204" pitchFamily="34" charset="0"/>
              </a:rPr>
              <a:t>estimation</a:t>
            </a:r>
            <a:endParaRPr lang="de-CH" sz="4800" i="1" dirty="0"/>
          </a:p>
        </p:txBody>
      </p:sp>
      <p:sp>
        <p:nvSpPr>
          <p:cNvPr id="8" name="Untertitel 7">
            <a:extLst>
              <a:ext uri="{FF2B5EF4-FFF2-40B4-BE49-F238E27FC236}">
                <a16:creationId xmlns:a16="http://schemas.microsoft.com/office/drawing/2014/main" id="{B99FC38A-260C-7A9B-B4EB-E0CE480284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CH" dirty="0"/>
          </a:p>
          <a:p>
            <a:r>
              <a:rPr lang="de-CH" dirty="0"/>
              <a:t>MSP </a:t>
            </a:r>
            <a:r>
              <a:rPr lang="de-CH" dirty="0" err="1"/>
              <a:t>Presentation</a:t>
            </a:r>
            <a:endParaRPr lang="de-CH" dirty="0"/>
          </a:p>
          <a:p>
            <a:endParaRPr lang="de-CH" dirty="0"/>
          </a:p>
          <a:p>
            <a:r>
              <a:rPr lang="de-CH" sz="1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Digital Communication (</a:t>
            </a:r>
            <a:r>
              <a:rPr lang="de-CH" sz="1800" b="0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</a:rPr>
              <a:t>dcom</a:t>
            </a:r>
            <a:r>
              <a:rPr lang="de-CH" sz="1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)	</a:t>
            </a:r>
          </a:p>
          <a:p>
            <a:endParaRPr lang="de-CH" dirty="0"/>
          </a:p>
          <a:p>
            <a:endParaRPr lang="de-CH" dirty="0"/>
          </a:p>
        </p:txBody>
      </p:sp>
      <p:pic>
        <p:nvPicPr>
          <p:cNvPr id="12" name="Bildplatzhalter 11" descr="Ein Bild, das Ball, Fußball, Person enthält.&#10;&#10;KI-generierte Inhalte können fehlerhaft sein.">
            <a:extLst>
              <a:ext uri="{FF2B5EF4-FFF2-40B4-BE49-F238E27FC236}">
                <a16:creationId xmlns:a16="http://schemas.microsoft.com/office/drawing/2014/main" id="{32EBCE80-D48B-BE7B-200E-7E2425972CC2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/>
          <a:srcRect l="20455" r="2045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46504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4A184-2A3A-FD41-16D9-8C07D724A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502" y="1369405"/>
            <a:ext cx="10840997" cy="4941481"/>
          </a:xfrm>
        </p:spPr>
        <p:txBody>
          <a:bodyPr/>
          <a:lstStyle/>
          <a:p>
            <a:r>
              <a:rPr lang="de-CH" dirty="0"/>
              <a:t>Outline</a:t>
            </a:r>
            <a:br>
              <a:rPr lang="de-CH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de-CH" sz="127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4AC3D8-1BA4-FACC-1CDB-B01CF1433E7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7950" y="2232336"/>
            <a:ext cx="4501128" cy="152320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I – </a:t>
            </a:r>
            <a:r>
              <a:rPr lang="en-US" sz="2000" b="1" dirty="0"/>
              <a:t>Problem Statement</a:t>
            </a:r>
          </a:p>
          <a:p>
            <a:endParaRPr lang="en-GB" dirty="0"/>
          </a:p>
          <a:p>
            <a:pPr>
              <a:lnSpc>
                <a:spcPct val="100000"/>
              </a:lnSpc>
            </a:pPr>
            <a:r>
              <a:rPr lang="en-GB" dirty="0"/>
              <a:t>Real life scenario</a:t>
            </a:r>
          </a:p>
          <a:p>
            <a:pPr>
              <a:lnSpc>
                <a:spcPct val="100000"/>
              </a:lnSpc>
            </a:pPr>
            <a:r>
              <a:rPr lang="en-GB" dirty="0"/>
              <a:t>Used sensors</a:t>
            </a:r>
          </a:p>
          <a:p>
            <a:pPr marL="0" indent="0">
              <a:lnSpc>
                <a:spcPct val="100000"/>
              </a:lnSpc>
              <a:buNone/>
            </a:pPr>
            <a:endParaRPr lang="en-GB" i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91B610-C9DB-5310-CC21-081DFDB976F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81971" y="2232336"/>
            <a:ext cx="4501128" cy="152320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II - </a:t>
            </a:r>
            <a:r>
              <a:rPr lang="en-US" sz="2000" b="1" dirty="0"/>
              <a:t>Practical Application </a:t>
            </a:r>
            <a:endParaRPr lang="en-GB" dirty="0"/>
          </a:p>
          <a:p>
            <a:pPr>
              <a:lnSpc>
                <a:spcPct val="100000"/>
              </a:lnSpc>
            </a:pPr>
            <a:endParaRPr lang="en-GB" dirty="0"/>
          </a:p>
          <a:p>
            <a:pPr>
              <a:lnSpc>
                <a:spcPct val="100000"/>
              </a:lnSpc>
            </a:pPr>
            <a:r>
              <a:rPr lang="en-GB" dirty="0"/>
              <a:t>Sensor specifications</a:t>
            </a:r>
          </a:p>
          <a:p>
            <a:pPr>
              <a:lnSpc>
                <a:spcPct val="100000"/>
              </a:lnSpc>
            </a:pPr>
            <a:r>
              <a:rPr lang="en-GB" dirty="0"/>
              <a:t>Use of the Kalman Filter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4AE0B3-F622-B7CA-8462-B506671BBC1F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7950" y="4408612"/>
            <a:ext cx="4501128" cy="1632677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III –</a:t>
            </a:r>
            <a:r>
              <a:rPr lang="en-GB" b="1" dirty="0"/>
              <a:t>Theoretical Foundation</a:t>
            </a:r>
          </a:p>
          <a:p>
            <a:pPr>
              <a:lnSpc>
                <a:spcPct val="100000"/>
              </a:lnSpc>
            </a:pPr>
            <a:endParaRPr lang="en-GB" dirty="0"/>
          </a:p>
          <a:p>
            <a:pPr>
              <a:lnSpc>
                <a:spcPct val="100000"/>
              </a:lnSpc>
            </a:pPr>
            <a:r>
              <a:rPr lang="de-DE" dirty="0"/>
              <a:t>Kalman Filter, </a:t>
            </a:r>
            <a:r>
              <a:rPr lang="de-DE" dirty="0" err="1"/>
              <a:t>Prediction</a:t>
            </a:r>
            <a:r>
              <a:rPr lang="de-DE" dirty="0"/>
              <a:t> &amp; </a:t>
            </a:r>
            <a:r>
              <a:rPr lang="de-DE" dirty="0" err="1"/>
              <a:t>Correction</a:t>
            </a:r>
            <a:endParaRPr lang="en-GB" dirty="0"/>
          </a:p>
          <a:p>
            <a:pPr>
              <a:lnSpc>
                <a:spcPct val="100000"/>
              </a:lnSpc>
            </a:pPr>
            <a:endParaRPr lang="en-GB" dirty="0"/>
          </a:p>
          <a:p>
            <a:pPr marL="0" indent="0">
              <a:lnSpc>
                <a:spcPct val="100000"/>
              </a:lnSpc>
              <a:buNone/>
            </a:pPr>
            <a:endParaRPr lang="en-GB" i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FAB47B-157D-E2BF-B8E5-19E4698619F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481971" y="4408612"/>
            <a:ext cx="4501128" cy="1632677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IV - </a:t>
            </a:r>
            <a:r>
              <a:rPr lang="en-GB" b="1" dirty="0"/>
              <a:t>Conclusion</a:t>
            </a:r>
          </a:p>
          <a:p>
            <a:pPr>
              <a:lnSpc>
                <a:spcPct val="100000"/>
              </a:lnSpc>
            </a:pPr>
            <a:endParaRPr lang="en-GB" dirty="0"/>
          </a:p>
          <a:p>
            <a:pPr>
              <a:lnSpc>
                <a:spcPct val="100000"/>
              </a:lnSpc>
            </a:pPr>
            <a:r>
              <a:rPr lang="en-GB" dirty="0"/>
              <a:t>Testing Results </a:t>
            </a:r>
          </a:p>
          <a:p>
            <a:pPr>
              <a:lnSpc>
                <a:spcPct val="100000"/>
              </a:lnSpc>
            </a:pPr>
            <a:r>
              <a:rPr lang="en-GB" dirty="0"/>
              <a:t>Conclusion &amp; Summary</a:t>
            </a:r>
          </a:p>
          <a:p>
            <a:pPr>
              <a:lnSpc>
                <a:spcPct val="100000"/>
              </a:lnSpc>
            </a:pPr>
            <a:r>
              <a:rPr lang="de-CH" dirty="0"/>
              <a:t>Possible </a:t>
            </a:r>
            <a:r>
              <a:rPr lang="de-CH" dirty="0" err="1"/>
              <a:t>improvements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9607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301FFD-0542-B6DE-2815-2259422C6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Scenario: Ball </a:t>
            </a:r>
            <a:r>
              <a:rPr lang="de-DE" dirty="0" err="1"/>
              <a:t>throwing</a:t>
            </a:r>
            <a:r>
              <a:rPr lang="de-DE" dirty="0"/>
              <a:t> </a:t>
            </a:r>
            <a:r>
              <a:rPr lang="de-DE" dirty="0" err="1"/>
              <a:t>competition</a:t>
            </a:r>
            <a:endParaRPr lang="de-CH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40776CFE-3CA8-165C-1A5C-9611E0C119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360" y="2348880"/>
            <a:ext cx="6267450" cy="3524250"/>
          </a:xfr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3CA4AC-89A9-BF0E-8DD0-79D4755B8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BBF47-BFE4-482E-ACDC-02638A5F301F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0FC0048-8167-9A51-5454-DF4C7680C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764D8B-36D7-D781-6795-2FA0B2252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4</a:t>
            </a:fld>
            <a:endParaRPr lang="de-CH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018AAEC-1323-F029-2ED7-061DCEC7FF17}"/>
              </a:ext>
            </a:extLst>
          </p:cNvPr>
          <p:cNvSpPr txBox="1"/>
          <p:nvPr/>
        </p:nvSpPr>
        <p:spPr>
          <a:xfrm>
            <a:off x="7536160" y="2103510"/>
            <a:ext cx="3524276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/>
              <a:t>What distance has the ball traveled horizontally?</a:t>
            </a:r>
            <a:endParaRPr lang="de-CH" sz="28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FB0AB21-EA0A-F5FE-7A0A-119121F682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6320" y="3507416"/>
            <a:ext cx="2759253" cy="2759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458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8F3CB4-5F21-1BD9-858B-AE512D221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Sensors </a:t>
            </a:r>
            <a:r>
              <a:rPr lang="de-DE" dirty="0" err="1"/>
              <a:t>used</a:t>
            </a:r>
            <a:endParaRPr lang="de-CH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70D2E42B-0951-B88A-CBCB-9FC0AD3C5C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44072" y="504302"/>
            <a:ext cx="2880320" cy="2880320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16FB805-21C8-6B18-C94D-0549E2509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64E31D-D072-3A9E-61D3-DDDBDA787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BD1DA6-65EC-85B4-A02B-AB8C44230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5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5811DF6-F2B4-8FB7-42D0-81D19ED722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2104" y="3526347"/>
            <a:ext cx="2952328" cy="2952328"/>
          </a:xfrm>
          <a:prstGeom prst="rect">
            <a:avLst/>
          </a:prstGeom>
        </p:spPr>
      </p:pic>
      <p:pic>
        <p:nvPicPr>
          <p:cNvPr id="9" name="Inhaltsplatzhalter 7">
            <a:extLst>
              <a:ext uri="{FF2B5EF4-FFF2-40B4-BE49-F238E27FC236}">
                <a16:creationId xmlns:a16="http://schemas.microsoft.com/office/drawing/2014/main" id="{00C0D4A8-70DD-FF32-5A39-F8D58364F7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5360" y="2340116"/>
            <a:ext cx="6267450" cy="352425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F5230418-D2C9-EF91-8860-B5EB5B816401}"/>
              </a:ext>
            </a:extLst>
          </p:cNvPr>
          <p:cNvSpPr txBox="1"/>
          <p:nvPr/>
        </p:nvSpPr>
        <p:spPr>
          <a:xfrm>
            <a:off x="9765654" y="1188302"/>
            <a:ext cx="2313134" cy="110799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2400" dirty="0" err="1"/>
              <a:t>Camera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endParaRPr lang="de-DE" sz="2400" dirty="0"/>
          </a:p>
          <a:p>
            <a:r>
              <a:rPr lang="de-DE" sz="2400" dirty="0"/>
              <a:t>absolute </a:t>
            </a:r>
            <a:r>
              <a:rPr lang="de-DE" sz="2400" dirty="0" err="1"/>
              <a:t>position</a:t>
            </a:r>
            <a:endParaRPr lang="de-DE" sz="2400" dirty="0"/>
          </a:p>
          <a:p>
            <a:r>
              <a:rPr lang="de-DE" sz="2400" dirty="0" err="1"/>
              <a:t>measurement</a:t>
            </a:r>
            <a:endParaRPr lang="de-CH" sz="24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0918039-F62A-8FE0-3CF9-A32CA1160ED1}"/>
              </a:ext>
            </a:extLst>
          </p:cNvPr>
          <p:cNvSpPr txBox="1"/>
          <p:nvPr/>
        </p:nvSpPr>
        <p:spPr>
          <a:xfrm>
            <a:off x="9917708" y="3519326"/>
            <a:ext cx="2172069" cy="110799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2400" dirty="0"/>
              <a:t>IMU </a:t>
            </a:r>
            <a:r>
              <a:rPr lang="de-DE" sz="2400" dirty="0" err="1"/>
              <a:t>for</a:t>
            </a:r>
            <a:r>
              <a:rPr lang="de-DE" sz="2400" dirty="0"/>
              <a:t> relative </a:t>
            </a:r>
          </a:p>
          <a:p>
            <a:r>
              <a:rPr lang="de-DE" sz="2400" dirty="0" err="1"/>
              <a:t>velocity</a:t>
            </a:r>
            <a:endParaRPr lang="de-DE" sz="2400" dirty="0"/>
          </a:p>
          <a:p>
            <a:r>
              <a:rPr lang="de-DE" sz="2400" dirty="0" err="1"/>
              <a:t>measurement</a:t>
            </a:r>
            <a:endParaRPr lang="de-CH" sz="2400" dirty="0"/>
          </a:p>
        </p:txBody>
      </p:sp>
    </p:spTree>
    <p:extLst>
      <p:ext uri="{BB962C8B-B14F-4D97-AF65-F5344CB8AC3E}">
        <p14:creationId xmlns:p14="http://schemas.microsoft.com/office/powerpoint/2010/main" val="1729938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32A08-E2CD-41DB-9891-CA2F0C35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A28AFD-163E-7146-F9B9-0E84937C5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Sensor </a:t>
            </a:r>
            <a:r>
              <a:rPr lang="de-DE" dirty="0" err="1"/>
              <a:t>specifications</a:t>
            </a: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4B971-4225-7ADD-4B7C-824C70CC8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2DA310-DA23-176A-5A25-478A14937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489D099-B466-23B2-4D0E-15248E736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6</a:t>
            </a:fld>
            <a:endParaRPr lang="de-CH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B5BAD478-14DB-1148-3667-03BA508A18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159896" y="865636"/>
            <a:ext cx="2160241" cy="216024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FAE6BCE-5CDB-5811-9AE6-0E7CD01CAC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272" y="548680"/>
            <a:ext cx="2595112" cy="2595112"/>
          </a:xfrm>
          <a:prstGeom prst="rect">
            <a:avLst/>
          </a:prstGeom>
        </p:spPr>
      </p:pic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9D09DE30-3C26-E4D4-1614-57426751F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631947"/>
              </p:ext>
            </p:extLst>
          </p:nvPr>
        </p:nvGraphicFramePr>
        <p:xfrm>
          <a:off x="636551" y="3284984"/>
          <a:ext cx="11012400" cy="2291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70800">
                  <a:extLst>
                    <a:ext uri="{9D8B030D-6E8A-4147-A177-3AD203B41FA5}">
                      <a16:colId xmlns:a16="http://schemas.microsoft.com/office/drawing/2014/main" val="4286804709"/>
                    </a:ext>
                  </a:extLst>
                </a:gridCol>
                <a:gridCol w="3670800">
                  <a:extLst>
                    <a:ext uri="{9D8B030D-6E8A-4147-A177-3AD203B41FA5}">
                      <a16:colId xmlns:a16="http://schemas.microsoft.com/office/drawing/2014/main" val="102308960"/>
                    </a:ext>
                  </a:extLst>
                </a:gridCol>
                <a:gridCol w="3670800">
                  <a:extLst>
                    <a:ext uri="{9D8B030D-6E8A-4147-A177-3AD203B41FA5}">
                      <a16:colId xmlns:a16="http://schemas.microsoft.com/office/drawing/2014/main" val="35716159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Sampling Rate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30 FPS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 33 Hz (1 Sample </a:t>
                      </a:r>
                      <a:r>
                        <a:rPr lang="de-DE" dirty="0" err="1">
                          <a:sym typeface="Wingdings" panose="05000000000000000000" pitchFamily="2" charset="2"/>
                        </a:rPr>
                        <a:t>every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 33ms)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1‘000 Hz (1 Sample </a:t>
                      </a:r>
                      <a:r>
                        <a:rPr lang="de-DE" dirty="0" err="1"/>
                        <a:t>every</a:t>
                      </a:r>
                      <a:r>
                        <a:rPr lang="de-DE" dirty="0"/>
                        <a:t> 1 </a:t>
                      </a:r>
                      <a:r>
                        <a:rPr lang="de-DE" dirty="0" err="1"/>
                        <a:t>ms</a:t>
                      </a:r>
                      <a:r>
                        <a:rPr lang="de-DE" dirty="0"/>
                        <a:t>)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5719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Gaussian</a:t>
                      </a:r>
                      <a:r>
                        <a:rPr lang="de-DE" dirty="0"/>
                        <a:t> Error (</a:t>
                      </a:r>
                      <a:r>
                        <a:rPr lang="de-DE" dirty="0" err="1"/>
                        <a:t>standard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deviation</a:t>
                      </a:r>
                      <a:r>
                        <a:rPr lang="de-DE" dirty="0"/>
                        <a:t> 68%, </a:t>
                      </a:r>
                      <a:r>
                        <a:rPr lang="el-GR" dirty="0"/>
                        <a:t>1σ</a:t>
                      </a:r>
                      <a:r>
                        <a:rPr lang="de-DE" dirty="0"/>
                        <a:t>)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+/- 0.4m absolute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+/- 5% </a:t>
                      </a:r>
                      <a:r>
                        <a:rPr lang="de-DE" dirty="0" err="1"/>
                        <a:t>of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measured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velocity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value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532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Offset </a:t>
                      </a:r>
                      <a:r>
                        <a:rPr lang="de-DE" dirty="0" err="1"/>
                        <a:t>over</a:t>
                      </a:r>
                      <a:r>
                        <a:rPr lang="de-DE" dirty="0"/>
                        <a:t> time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No</a:t>
                      </a:r>
                      <a:r>
                        <a:rPr lang="de-DE" dirty="0"/>
                        <a:t> (absolute </a:t>
                      </a:r>
                      <a:r>
                        <a:rPr lang="de-DE" dirty="0" err="1"/>
                        <a:t>measurements</a:t>
                      </a:r>
                      <a:r>
                        <a:rPr lang="de-DE" dirty="0"/>
                        <a:t>)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Yes, +2% </a:t>
                      </a:r>
                      <a:r>
                        <a:rPr lang="de-DE" dirty="0" err="1"/>
                        <a:t>of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each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measured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velocity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value</a:t>
                      </a:r>
                      <a:r>
                        <a:rPr lang="de-DE" dirty="0"/>
                        <a:t>. </a:t>
                      </a:r>
                      <a:r>
                        <a:rPr lang="de-DE" dirty="0" err="1"/>
                        <a:t>Caused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by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heat</a:t>
                      </a:r>
                      <a:r>
                        <a:rPr lang="de-DE" dirty="0"/>
                        <a:t>.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7999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Sensorspecific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problems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Low </a:t>
                      </a:r>
                      <a:r>
                        <a:rPr lang="de-DE" dirty="0" err="1"/>
                        <a:t>sampling</a:t>
                      </a:r>
                      <a:r>
                        <a:rPr lang="de-DE" dirty="0"/>
                        <a:t> rate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Large </a:t>
                      </a:r>
                      <a:r>
                        <a:rPr lang="de-DE" dirty="0" err="1"/>
                        <a:t>offset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over</a:t>
                      </a:r>
                      <a:r>
                        <a:rPr lang="de-DE" dirty="0"/>
                        <a:t> time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23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0902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AF001A-1982-CCC0-94CD-12759598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Kalman </a:t>
            </a:r>
            <a:r>
              <a:rPr lang="de-DE" dirty="0" err="1"/>
              <a:t>filter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CC4CC9-E88F-3663-75BB-43E4C976C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sensors</a:t>
            </a:r>
            <a:r>
              <a:rPr lang="de-DE" dirty="0"/>
              <a:t>,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unique</a:t>
            </a:r>
            <a:r>
              <a:rPr lang="de-DE" dirty="0"/>
              <a:t> </a:t>
            </a:r>
            <a:r>
              <a:rPr lang="de-DE" dirty="0" err="1"/>
              <a:t>problems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can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we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combine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them</a:t>
            </a:r>
            <a:r>
              <a:rPr lang="de-DE" dirty="0">
                <a:sym typeface="Wingdings" panose="05000000000000000000" pitchFamily="2" charset="2"/>
              </a:rPr>
              <a:t>?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YES </a:t>
            </a:r>
            <a:r>
              <a:rPr lang="de-DE" dirty="0" err="1">
                <a:sym typeface="Wingdings" panose="05000000000000000000" pitchFamily="2" charset="2"/>
              </a:rPr>
              <a:t>we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can</a:t>
            </a:r>
            <a:r>
              <a:rPr lang="de-DE" dirty="0">
                <a:sym typeface="Wingdings" panose="05000000000000000000" pitchFamily="2" charset="2"/>
              </a:rPr>
              <a:t>!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The Kalman </a:t>
            </a:r>
            <a:r>
              <a:rPr lang="de-DE" dirty="0" err="1">
                <a:sym typeface="Wingdings" panose="05000000000000000000" pitchFamily="2" charset="2"/>
              </a:rPr>
              <a:t>filter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works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with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two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steps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dirty="0" err="1">
                <a:sym typeface="Wingdings" panose="05000000000000000000" pitchFamily="2" charset="2"/>
              </a:rPr>
              <a:t>Prediction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Step</a:t>
            </a:r>
            <a:r>
              <a:rPr lang="de-DE" dirty="0">
                <a:sym typeface="Wingdings" panose="05000000000000000000" pitchFamily="2" charset="2"/>
              </a:rPr>
              <a:t>  IMU </a:t>
            </a:r>
            <a:r>
              <a:rPr lang="de-DE" dirty="0" err="1">
                <a:sym typeface="Wingdings" panose="05000000000000000000" pitchFamily="2" charset="2"/>
              </a:rPr>
              <a:t>provides</a:t>
            </a:r>
            <a:r>
              <a:rPr lang="de-DE" dirty="0">
                <a:sym typeface="Wingdings" panose="05000000000000000000" pitchFamily="2" charset="2"/>
              </a:rPr>
              <a:t> frequent </a:t>
            </a:r>
            <a:r>
              <a:rPr lang="de-DE" dirty="0" err="1">
                <a:sym typeface="Wingdings" panose="05000000000000000000" pitchFamily="2" charset="2"/>
              </a:rPr>
              <a:t>data</a:t>
            </a:r>
            <a:r>
              <a:rPr lang="de-DE" dirty="0">
                <a:sym typeface="Wingdings" panose="05000000000000000000" pitchFamily="2" charset="2"/>
              </a:rPr>
              <a:t> (relative </a:t>
            </a:r>
            <a:r>
              <a:rPr lang="de-DE" dirty="0" err="1">
                <a:sym typeface="Wingdings" panose="05000000000000000000" pitchFamily="2" charset="2"/>
              </a:rPr>
              <a:t>data</a:t>
            </a:r>
            <a:r>
              <a:rPr lang="de-DE" dirty="0">
                <a:sym typeface="Wingdings" panose="05000000000000000000" pitchFamily="2" charset="2"/>
              </a:rPr>
              <a:t>, </a:t>
            </a:r>
            <a:r>
              <a:rPr lang="de-DE" dirty="0" err="1">
                <a:sym typeface="Wingdings" panose="05000000000000000000" pitchFamily="2" charset="2"/>
              </a:rPr>
              <a:t>with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offset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over</a:t>
            </a:r>
            <a:r>
              <a:rPr lang="de-DE" dirty="0">
                <a:sym typeface="Wingdings" panose="05000000000000000000" pitchFamily="2" charset="2"/>
              </a:rPr>
              <a:t> time)</a:t>
            </a:r>
          </a:p>
          <a:p>
            <a:pPr lvl="1"/>
            <a:r>
              <a:rPr lang="de-DE" dirty="0" err="1">
                <a:sym typeface="Wingdings" panose="05000000000000000000" pitchFamily="2" charset="2"/>
              </a:rPr>
              <a:t>Correction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Step</a:t>
            </a:r>
            <a:r>
              <a:rPr lang="de-DE" dirty="0">
                <a:sym typeface="Wingdings" panose="05000000000000000000" pitchFamily="2" charset="2"/>
              </a:rPr>
              <a:t>   </a:t>
            </a:r>
            <a:r>
              <a:rPr lang="de-DE" dirty="0" err="1">
                <a:sym typeface="Wingdings" panose="05000000000000000000" pitchFamily="2" charset="2"/>
              </a:rPr>
              <a:t>camera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provides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data</a:t>
            </a:r>
            <a:r>
              <a:rPr lang="de-DE" dirty="0">
                <a:sym typeface="Wingdings" panose="05000000000000000000" pitchFamily="2" charset="2"/>
              </a:rPr>
              <a:t> at a slow rate (absolute </a:t>
            </a:r>
            <a:r>
              <a:rPr lang="de-DE" dirty="0" err="1">
                <a:sym typeface="Wingdings" panose="05000000000000000000" pitchFamily="2" charset="2"/>
              </a:rPr>
              <a:t>data</a:t>
            </a:r>
            <a:r>
              <a:rPr lang="de-DE" dirty="0">
                <a:sym typeface="Wingdings" panose="05000000000000000000" pitchFamily="2" charset="2"/>
              </a:rPr>
              <a:t>, </a:t>
            </a:r>
            <a:r>
              <a:rPr lang="de-DE" dirty="0" err="1">
                <a:sym typeface="Wingdings" panose="05000000000000000000" pitchFamily="2" charset="2"/>
              </a:rPr>
              <a:t>no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offset</a:t>
            </a:r>
            <a:r>
              <a:rPr lang="de-DE" dirty="0">
                <a:sym typeface="Wingdings" panose="05000000000000000000" pitchFamily="2" charset="2"/>
              </a:rPr>
              <a:t>)</a:t>
            </a: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73FFE9-C442-DC84-6D6E-B6F5CAAF7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5E27B77-C721-0A0F-D310-CD8845A81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B70DF99-43F6-3F07-0A41-CAF83577F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7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702965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7C998F-ADA4-C8EE-B929-039271D7F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Kalman Filter, </a:t>
            </a:r>
            <a:r>
              <a:rPr lang="de-DE" dirty="0" err="1"/>
              <a:t>Prediction</a:t>
            </a:r>
            <a:r>
              <a:rPr lang="de-DE" dirty="0"/>
              <a:t> &amp; </a:t>
            </a:r>
            <a:r>
              <a:rPr lang="de-DE" dirty="0" err="1"/>
              <a:t>Correction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39AC8D-9238-5787-6668-1360F9AA8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1ms</a:t>
            </a:r>
          </a:p>
          <a:p>
            <a:r>
              <a:rPr lang="de-CH" dirty="0"/>
              <a:t>Error-</a:t>
            </a:r>
            <a:r>
              <a:rPr lang="de-CH" dirty="0" err="1"/>
              <a:t>Covariance</a:t>
            </a:r>
            <a:r>
              <a:rPr lang="de-CH" dirty="0"/>
              <a:t> P </a:t>
            </a:r>
            <a:r>
              <a:rPr lang="de-CH" dirty="0" err="1"/>
              <a:t>increases</a:t>
            </a:r>
            <a:endParaRPr lang="de-CH" dirty="0"/>
          </a:p>
          <a:p>
            <a:endParaRPr lang="de-CH" dirty="0"/>
          </a:p>
          <a:p>
            <a:endParaRPr lang="de-CH" dirty="0"/>
          </a:p>
          <a:p>
            <a:endParaRPr lang="de-CH" dirty="0"/>
          </a:p>
          <a:p>
            <a:endParaRPr lang="de-DE" dirty="0"/>
          </a:p>
          <a:p>
            <a:r>
              <a:rPr lang="de-DE" dirty="0" err="1"/>
              <a:t>Correction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33ms </a:t>
            </a:r>
          </a:p>
          <a:p>
            <a:r>
              <a:rPr lang="de-DE" dirty="0"/>
              <a:t>Updates </a:t>
            </a:r>
            <a:r>
              <a:rPr lang="de-CH" dirty="0"/>
              <a:t>Error-</a:t>
            </a:r>
            <a:r>
              <a:rPr lang="de-CH" dirty="0" err="1"/>
              <a:t>Covariance</a:t>
            </a:r>
            <a:r>
              <a:rPr lang="de-CH" dirty="0"/>
              <a:t> P</a:t>
            </a:r>
          </a:p>
          <a:p>
            <a:pPr marL="0" indent="0">
              <a:buNone/>
            </a:pPr>
            <a:r>
              <a:rPr lang="de-CH" dirty="0">
                <a:sym typeface="Wingdings" panose="05000000000000000000" pitchFamily="2" charset="2"/>
              </a:rPr>
              <a:t>     P </a:t>
            </a:r>
            <a:r>
              <a:rPr lang="de-CH" dirty="0" err="1">
                <a:sym typeface="Wingdings" panose="05000000000000000000" pitchFamily="2" charset="2"/>
              </a:rPr>
              <a:t>decreases</a:t>
            </a:r>
            <a:endParaRPr lang="de-CH" dirty="0"/>
          </a:p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DE8B02-9F5D-2A87-7B8F-91AD740F5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204129-EE36-D380-9A19-C5E7DF0BF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2FAE5B-5854-F7DF-1C4F-EDF73DC2F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8</a:t>
            </a:fld>
            <a:endParaRPr lang="de-CH" dirty="0"/>
          </a:p>
        </p:txBody>
      </p:sp>
      <p:pic>
        <p:nvPicPr>
          <p:cNvPr id="8" name="Grafik 7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BB918A6D-11D1-D05F-AA16-F0276635A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856" y="1714128"/>
            <a:ext cx="7087716" cy="4725144"/>
          </a:xfrm>
          <a:prstGeom prst="rect">
            <a:avLst/>
          </a:prstGeom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B8167E79-32F8-E944-0579-2AC580566942}"/>
              </a:ext>
            </a:extLst>
          </p:cNvPr>
          <p:cNvCxnSpPr/>
          <p:nvPr/>
        </p:nvCxnSpPr>
        <p:spPr>
          <a:xfrm>
            <a:off x="6744072" y="4725144"/>
            <a:ext cx="72000" cy="216024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72EA235A-F7B8-EEB8-C263-6349319C2C89}"/>
              </a:ext>
            </a:extLst>
          </p:cNvPr>
          <p:cNvCxnSpPr/>
          <p:nvPr/>
        </p:nvCxnSpPr>
        <p:spPr>
          <a:xfrm>
            <a:off x="6977224" y="4725144"/>
            <a:ext cx="72000" cy="216024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C1B9338E-108C-F4B8-66C2-70FC4C3CAE26}"/>
              </a:ext>
            </a:extLst>
          </p:cNvPr>
          <p:cNvCxnSpPr/>
          <p:nvPr/>
        </p:nvCxnSpPr>
        <p:spPr>
          <a:xfrm>
            <a:off x="7227581" y="4725144"/>
            <a:ext cx="72000" cy="216024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79127F31-0F7B-731E-7680-E998531803FD}"/>
              </a:ext>
            </a:extLst>
          </p:cNvPr>
          <p:cNvCxnSpPr/>
          <p:nvPr/>
        </p:nvCxnSpPr>
        <p:spPr>
          <a:xfrm>
            <a:off x="7477938" y="4725144"/>
            <a:ext cx="72000" cy="216024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48733C3-EB53-9E55-CDC2-B2D2D3ED13A1}"/>
              </a:ext>
            </a:extLst>
          </p:cNvPr>
          <p:cNvCxnSpPr/>
          <p:nvPr/>
        </p:nvCxnSpPr>
        <p:spPr>
          <a:xfrm>
            <a:off x="7777299" y="4752252"/>
            <a:ext cx="72000" cy="216024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61080293-6525-3488-856B-1D8BC645A44A}"/>
              </a:ext>
            </a:extLst>
          </p:cNvPr>
          <p:cNvCxnSpPr/>
          <p:nvPr/>
        </p:nvCxnSpPr>
        <p:spPr>
          <a:xfrm>
            <a:off x="8076660" y="4725144"/>
            <a:ext cx="72000" cy="216024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2D75DF8-996B-8AB0-E048-3C5AED446D4A}"/>
              </a:ext>
            </a:extLst>
          </p:cNvPr>
          <p:cNvCxnSpPr/>
          <p:nvPr/>
        </p:nvCxnSpPr>
        <p:spPr>
          <a:xfrm>
            <a:off x="8566056" y="4756356"/>
            <a:ext cx="72000" cy="216024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49ED4532-76EB-5244-4320-AE8582B4B5EB}"/>
              </a:ext>
            </a:extLst>
          </p:cNvPr>
          <p:cNvCxnSpPr/>
          <p:nvPr/>
        </p:nvCxnSpPr>
        <p:spPr>
          <a:xfrm>
            <a:off x="8803339" y="4722958"/>
            <a:ext cx="72000" cy="216024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368916CB-CC42-D76A-287F-0F040B6C00AE}"/>
              </a:ext>
            </a:extLst>
          </p:cNvPr>
          <p:cNvCxnSpPr/>
          <p:nvPr/>
        </p:nvCxnSpPr>
        <p:spPr>
          <a:xfrm>
            <a:off x="9102700" y="4722419"/>
            <a:ext cx="72000" cy="216024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83579C89-3D85-BD88-B2C6-13F7A0924270}"/>
              </a:ext>
            </a:extLst>
          </p:cNvPr>
          <p:cNvCxnSpPr/>
          <p:nvPr/>
        </p:nvCxnSpPr>
        <p:spPr>
          <a:xfrm>
            <a:off x="9421584" y="4752252"/>
            <a:ext cx="72000" cy="216024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534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5AAC2C-75C9-2882-3D4F-67CAF0F1A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Testing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(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)</a:t>
            </a:r>
            <a:endParaRPr lang="de-CH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9922A60D-AF63-9451-F85E-7D2777605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7775" y="1844824"/>
            <a:ext cx="5226833" cy="4175125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805817E-49D2-9280-51C9-FDD2C7A7A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A8D2420-9B07-3B34-51D3-E1C6C825A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EF5C32F-393A-EE25-C3D4-B41859D7B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9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9F8E23E-5A2E-377B-D75A-F940C20D4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016" y="1881867"/>
            <a:ext cx="5180460" cy="41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7449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31DDE-5E68-E31C-8843-2FA927536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7D8A19-0D00-2C3E-4C50-4BABAEF9B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Testing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(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)</a:t>
            </a: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BAD1D56-FF88-438A-EEAA-549B0C252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0FC0BA-A772-D9F1-E85B-113DED5B6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211CAA-6B53-7277-CF49-911B0B490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10</a:t>
            </a:fld>
            <a:endParaRPr lang="de-CH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783EE1EE-F37B-AC77-4C00-46F396503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Error IMU = 2.259m</a:t>
            </a:r>
          </a:p>
          <a:p>
            <a:r>
              <a:rPr lang="de-DE" dirty="0"/>
              <a:t>Error </a:t>
            </a:r>
            <a:r>
              <a:rPr lang="de-DE" dirty="0" err="1"/>
              <a:t>camera</a:t>
            </a:r>
            <a:r>
              <a:rPr lang="de-DE" dirty="0"/>
              <a:t> = 0.468m</a:t>
            </a:r>
          </a:p>
          <a:p>
            <a:endParaRPr lang="de-DE" dirty="0"/>
          </a:p>
          <a:p>
            <a:r>
              <a:rPr lang="de-DE" dirty="0"/>
              <a:t>Error Kalman = 0.049m</a:t>
            </a:r>
            <a:endParaRPr lang="de-CH" dirty="0"/>
          </a:p>
          <a:p>
            <a:endParaRPr lang="de-CH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8BFD1E7-38FC-6557-1F74-9E64E1476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808" y="1677907"/>
            <a:ext cx="6010419" cy="4801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050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6DD6CB-E004-6ECF-1402-DBCE5B664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Testing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(</a:t>
            </a:r>
            <a:r>
              <a:rPr lang="de-DE" dirty="0" err="1"/>
              <a:t>bad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)</a:t>
            </a:r>
            <a:endParaRPr lang="de-CH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D63D096-2621-7C14-2842-8D1BD97137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1344" y="1916832"/>
            <a:ext cx="5400600" cy="431392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246087-7FF0-C16E-6FEF-E48BBBB43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2AE5E2-C89F-45B8-F596-CE96D8D84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FCEE91-1E54-B16D-CEE7-4232AAF4E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11</a:t>
            </a:fld>
            <a:endParaRPr lang="de-CH" dirty="0"/>
          </a:p>
        </p:txBody>
      </p:sp>
      <p:pic>
        <p:nvPicPr>
          <p:cNvPr id="9" name="Grafik 8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8B213742-9CCB-B58E-BBC9-F297EBCD57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257" y="1893068"/>
            <a:ext cx="5430351" cy="4337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9760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71CA-FCBF-136D-3CAE-569EEA409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3A5E0C-87CC-1F2D-8D5A-3D7AC9C98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Testing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(</a:t>
            </a:r>
            <a:r>
              <a:rPr lang="de-DE" dirty="0" err="1"/>
              <a:t>bad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)</a:t>
            </a: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00C480-2C72-8F33-CB9E-8096FD816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3F591B-CB43-F318-9CB9-22DB8132C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366EAB-E81A-5263-4EB6-8E48CB784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12</a:t>
            </a:fld>
            <a:endParaRPr lang="de-CH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E7C870-451D-CD35-4099-5C7C2DF29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Error IMU = 2.199m</a:t>
            </a:r>
          </a:p>
          <a:p>
            <a:r>
              <a:rPr lang="de-DE" dirty="0"/>
              <a:t>Error </a:t>
            </a:r>
            <a:r>
              <a:rPr lang="de-DE" dirty="0" err="1"/>
              <a:t>camera</a:t>
            </a:r>
            <a:r>
              <a:rPr lang="de-DE" dirty="0"/>
              <a:t> = 1.085m</a:t>
            </a:r>
          </a:p>
          <a:p>
            <a:endParaRPr lang="de-DE" dirty="0"/>
          </a:p>
          <a:p>
            <a:r>
              <a:rPr lang="de-DE" dirty="0"/>
              <a:t>Error Kalman = 0.499m</a:t>
            </a:r>
            <a:endParaRPr lang="de-CH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BA942C9-09A4-51D5-7058-AAE47CE26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5840" y="1720280"/>
            <a:ext cx="5899998" cy="4712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184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CF22EA-60C5-258B-2B74-10DA94964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r>
              <a:rPr lang="de-DE" dirty="0"/>
              <a:t> &amp; Summary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C86A58-3A3F-FE0A-37D1-4B012DA14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Performance </a:t>
            </a:r>
            <a:r>
              <a:rPr lang="de-DE" dirty="0" err="1"/>
              <a:t>of</a:t>
            </a:r>
            <a:r>
              <a:rPr lang="de-DE" dirty="0"/>
              <a:t> Kalman </a:t>
            </a:r>
            <a:r>
              <a:rPr lang="de-DE" dirty="0" err="1"/>
              <a:t>overall</a:t>
            </a:r>
            <a:r>
              <a:rPr lang="de-DE" dirty="0"/>
              <a:t> </a:t>
            </a:r>
            <a:r>
              <a:rPr lang="de-DE" dirty="0" err="1"/>
              <a:t>good</a:t>
            </a:r>
            <a:endParaRPr lang="de-DE" dirty="0"/>
          </a:p>
          <a:p>
            <a:endParaRPr lang="de-DE" dirty="0"/>
          </a:p>
          <a:p>
            <a:r>
              <a:rPr lang="de-DE" dirty="0"/>
              <a:t>Filter not fully </a:t>
            </a:r>
            <a:r>
              <a:rPr lang="de-DE" dirty="0" err="1"/>
              <a:t>converged</a:t>
            </a:r>
            <a:endParaRPr lang="de-DE" dirty="0"/>
          </a:p>
          <a:p>
            <a:endParaRPr lang="de-DE" dirty="0"/>
          </a:p>
          <a:p>
            <a:r>
              <a:rPr lang="de-DE" dirty="0"/>
              <a:t>Consistency </a:t>
            </a:r>
            <a:r>
              <a:rPr lang="de-DE" dirty="0" err="1"/>
              <a:t>of</a:t>
            </a:r>
            <a:r>
              <a:rPr lang="de-DE" dirty="0"/>
              <a:t> Error </a:t>
            </a:r>
            <a:r>
              <a:rPr lang="de-DE" dirty="0" err="1"/>
              <a:t>Convergence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quite</a:t>
            </a:r>
            <a:r>
              <a:rPr lang="de-DE" dirty="0">
                <a:sym typeface="Wingdings" panose="05000000000000000000" pitchFamily="2" charset="2"/>
              </a:rPr>
              <a:t> large </a:t>
            </a:r>
            <a:r>
              <a:rPr lang="de-DE" dirty="0" err="1">
                <a:sym typeface="Wingdings" panose="05000000000000000000" pitchFamily="2" charset="2"/>
              </a:rPr>
              <a:t>deviations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between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meaurements</a:t>
            </a: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61E983-FD37-3DED-80FD-3AC176783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7F4421-B291-F404-42CB-A70E42FCD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FB435EE-05FB-35EF-B925-FE75D35BF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13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843173A-01E2-1972-5373-9EEFAE2A6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53" y="3997743"/>
            <a:ext cx="5717735" cy="1368152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4B55167A-47D4-4F84-2064-0E2E1F86D8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3992" y="4581128"/>
            <a:ext cx="5989755" cy="1410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0400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2BB0F3-746D-F9A1-3A35-FE6EF2C16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Possible </a:t>
            </a:r>
            <a:r>
              <a:rPr lang="de-CH" dirty="0" err="1"/>
              <a:t>improvements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C8626E-6FC7-DF45-64DF-1F8C6237A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Use </a:t>
            </a:r>
            <a:r>
              <a:rPr lang="de-DE" dirty="0" err="1"/>
              <a:t>actual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measure</a:t>
            </a:r>
            <a:r>
              <a:rPr lang="de-DE" dirty="0">
                <a:sym typeface="Wingdings" panose="05000000000000000000" pitchFamily="2" charset="2"/>
              </a:rPr>
              <a:t> multiple </a:t>
            </a:r>
            <a:r>
              <a:rPr lang="de-DE" dirty="0" err="1">
                <a:sym typeface="Wingdings" panose="05000000000000000000" pitchFamily="2" charset="2"/>
              </a:rPr>
              <a:t>throws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have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realistic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test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data</a:t>
            </a:r>
            <a:endParaRPr lang="de-DE" dirty="0">
              <a:sym typeface="Wingdings" panose="05000000000000000000" pitchFamily="2" charset="2"/>
            </a:endParaRPr>
          </a:p>
          <a:p>
            <a:endParaRPr lang="de-DE" dirty="0">
              <a:sym typeface="Wingdings" panose="05000000000000000000" pitchFamily="2" charset="2"/>
            </a:endParaRPr>
          </a:p>
          <a:p>
            <a:r>
              <a:rPr lang="de-CH" dirty="0"/>
              <a:t>Set Kalman </a:t>
            </a:r>
            <a:r>
              <a:rPr lang="de-CH" dirty="0" err="1"/>
              <a:t>parameters</a:t>
            </a:r>
            <a:r>
              <a:rPr lang="de-CH" dirty="0"/>
              <a:t> via an </a:t>
            </a:r>
            <a:r>
              <a:rPr lang="de-CH" dirty="0" err="1"/>
              <a:t>optimizing</a:t>
            </a:r>
            <a:r>
              <a:rPr lang="de-CH" dirty="0"/>
              <a:t> </a:t>
            </a:r>
            <a:r>
              <a:rPr lang="de-CH" dirty="0" err="1"/>
              <a:t>algorythm</a:t>
            </a:r>
            <a:endParaRPr lang="de-CH" dirty="0"/>
          </a:p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58AF67-8EE0-6B89-5BCB-8457814D2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27F3C5-7E7D-5FCF-7EDD-499FC0223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6F182-6BBD-029A-4B99-24A7529C4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14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A937B9B-4181-AC6C-D678-E7EC82C9B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3212976"/>
            <a:ext cx="8856984" cy="2856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8264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C28FE8-0A59-F3B4-57CF-9C41E616E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Questions &amp; </a:t>
            </a:r>
            <a:r>
              <a:rPr lang="de-DE" dirty="0" err="1"/>
              <a:t>Answer</a:t>
            </a:r>
            <a:endParaRPr lang="de-CH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75577CEF-73D0-E616-E483-5E0C2811FE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20868" y="1904735"/>
            <a:ext cx="7193280" cy="4495800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60586F-8EA5-A98D-C029-40F2E1E8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63041D-0875-066F-ED83-E32AB77F3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CB08A0-2120-B7B4-57C3-03BE67836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15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788152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8AA860-AF29-A9CD-C5EB-DFBDE9024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Appendix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5A7CD8-EEC2-C7C6-6C66-07C5783DB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general</a:t>
            </a:r>
            <a:r>
              <a:rPr lang="de-DE" dirty="0"/>
              <a:t> Kalman Filter</a:t>
            </a:r>
          </a:p>
          <a:p>
            <a:pPr marL="0" indent="0">
              <a:buNone/>
            </a:pP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A8D97E6-FDD2-2796-C426-EEB0595D1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44C7217-2925-8F52-C729-108726FD3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F2EAFAD-6606-AD65-D4F0-03512E7CD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16</a:t>
            </a:fld>
            <a:endParaRPr lang="de-CH" dirty="0"/>
          </a:p>
        </p:txBody>
      </p:sp>
      <p:pic>
        <p:nvPicPr>
          <p:cNvPr id="8" name="Grafik 7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9B2C8645-1AAC-3AA8-11CF-6CDFF29FF8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100" y="2564904"/>
            <a:ext cx="10115550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4105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BE850F-535D-AC39-277D-E731E1D2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Step</a:t>
            </a:r>
            <a:endParaRPr lang="de-CH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0FEE5A38-C41E-B512-3822-D8B1F40D3F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3352" y="2050121"/>
            <a:ext cx="5544616" cy="3395104"/>
          </a:xfr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10AA26D-C663-5894-2CD3-7B14195F7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7C1199-AD81-834E-470D-D0E8B1B7C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263D3E-6414-99F5-38F0-A5EF6AEFD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17</a:t>
            </a:fld>
            <a:endParaRPr lang="de-CH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107EE42-9DC0-0045-4568-379EA93FF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1292" y="2131186"/>
            <a:ext cx="5913746" cy="3309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501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BC1EA8-A2FC-676A-585B-E2922285F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Correction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(1/2)</a:t>
            </a:r>
            <a:endParaRPr lang="de-CH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BA84D735-0ABF-65E7-574A-74C49D8145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1344" y="1988840"/>
            <a:ext cx="4960825" cy="3312368"/>
          </a:xfr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E8BABF6-5C24-16B8-2D00-6FC252F75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5CEF426-4DB3-47C1-BE1B-D7042F9F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AF2021-A04B-637A-4499-5A6E025DD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18</a:t>
            </a:fld>
            <a:endParaRPr lang="de-CH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150499C-B970-3C5A-EE01-0C6CBC3913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5920" y="2044460"/>
            <a:ext cx="4537496" cy="3442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961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DD15D-1491-72D5-0BA7-456736979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F4D6F0-0291-D69B-C0DA-1986CF893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Correction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(2/2)</a:t>
            </a:r>
            <a:endParaRPr lang="de-CH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F44457FC-82F2-F888-2F1D-519E5BF830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3352" y="2376840"/>
            <a:ext cx="4263604" cy="3079783"/>
          </a:xfr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5FC521-EE39-1D66-4AFD-2ED994F61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D1E4E-1107-499B-BB00-8AA0260A0EFB}" type="datetime1">
              <a:rPr lang="de-DE" smtClean="0"/>
              <a:t>07.07.2025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8AE12DF-5FCB-2C76-6DA5-D465FC5D7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Institute For Sensor and Electronics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8D5B11-A0C1-00DA-DAEA-A7D3DCD8E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19</a:t>
            </a:fld>
            <a:endParaRPr lang="de-CH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4247E61-DB83-1235-4B8F-AFBF0FC44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3872" y="2542654"/>
            <a:ext cx="4968365" cy="2958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436997"/>
      </p:ext>
    </p:extLst>
  </p:cSld>
  <p:clrMapOvr>
    <a:masterClrMapping/>
  </p:clrMapOvr>
</p:sld>
</file>

<file path=ppt/theme/theme1.xml><?xml version="1.0" encoding="utf-8"?>
<a:theme xmlns:a="http://schemas.openxmlformats.org/drawingml/2006/main" name="FHNW">
  <a:themeElements>
    <a:clrScheme name="Office-Standard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HTU-16x9-EN.potx" id="{C4C5A130-12B4-4BE0-AC26-69804186704D}" vid="{C54BC66A-4728-4581-B51C-2EAE5F846ED5}"/>
    </a:ext>
  </a:extLst>
</a:theme>
</file>

<file path=ppt/theme/theme2.xml><?xml version="1.0" encoding="utf-8"?>
<a:theme xmlns:a="http://schemas.openxmlformats.org/drawingml/2006/main" name="Office Theme">
  <a:themeElements>
    <a:clrScheme name="Fachhochschule Nordwestschweiz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FDE70E"/>
      </a:accent1>
      <a:accent2>
        <a:srgbClr val="FCB310"/>
      </a:accent2>
      <a:accent3>
        <a:srgbClr val="C70101"/>
      </a:accent3>
      <a:accent4>
        <a:srgbClr val="EF039B"/>
      </a:accent4>
      <a:accent5>
        <a:srgbClr val="0E75FE"/>
      </a:accent5>
      <a:accent6>
        <a:srgbClr val="58C507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Fachhochschule Nordwestschweiz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FDE70E"/>
      </a:accent1>
      <a:accent2>
        <a:srgbClr val="FCB310"/>
      </a:accent2>
      <a:accent3>
        <a:srgbClr val="C70101"/>
      </a:accent3>
      <a:accent4>
        <a:srgbClr val="EF039B"/>
      </a:accent4>
      <a:accent5>
        <a:srgbClr val="0E75FE"/>
      </a:accent5>
      <a:accent6>
        <a:srgbClr val="58C507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8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2ED5A2B-AA98-4E20-9ECF-6054E5AD6D36}">
  <we:reference id="ea375709-5511-4a7d-9ad9-0150d03e7fbe" version="3.4.0.0" store="EXCatalog" storeType="EXCatalog"/>
  <we:alternateReferences>
    <we:reference id="WA104380602" version="3.4.0.0" store="de-CH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F336E6A137EBA04CAA14C83E6B567E6E" ma:contentTypeVersion="4" ma:contentTypeDescription="Ein neues Dokument erstellen." ma:contentTypeScope="" ma:versionID="506964d69c7fa676f2673ca1c565f571">
  <xsd:schema xmlns:xsd="http://www.w3.org/2001/XMLSchema" xmlns:xs="http://www.w3.org/2001/XMLSchema" xmlns:p="http://schemas.microsoft.com/office/2006/metadata/properties" xmlns:ns2="5019f46e-7630-4c10-8bcc-ae747be1e2f1" targetNamespace="http://schemas.microsoft.com/office/2006/metadata/properties" ma:root="true" ma:fieldsID="6f33e12c5860b9710acc1ab8237e07cc" ns2:_="">
    <xsd:import namespace="5019f46e-7630-4c10-8bcc-ae747be1e2f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19f46e-7630-4c10-8bcc-ae747be1e2f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E53FC72E-3252-48C8-88DD-D79C2930A3E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019f46e-7630-4c10-8bcc-ae747be1e2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B6B7BE2-63AD-4C37-AC44-F0E4FC348E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626B806-0237-4942-A1FD-5C97285908C2}">
  <ds:schemaRefs>
    <ds:schemaRef ds:uri="5019f46e-7630-4c10-8bcc-ae747be1e2f1"/>
    <ds:schemaRef ds:uri="http://schemas.microsoft.com/office/2006/documentManagement/types"/>
    <ds:schemaRef ds:uri="http://purl.org/dc/terms/"/>
    <ds:schemaRef ds:uri="http://purl.org/dc/elements/1.1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HTU-16x9-EN</Template>
  <TotalTime>0</TotalTime>
  <Words>524</Words>
  <Application>Microsoft Office PowerPoint</Application>
  <PresentationFormat>Breitbild</PresentationFormat>
  <Paragraphs>150</Paragraphs>
  <Slides>19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3" baseType="lpstr">
      <vt:lpstr>Arial</vt:lpstr>
      <vt:lpstr>Segoe UI</vt:lpstr>
      <vt:lpstr>Wingdings</vt:lpstr>
      <vt:lpstr>FHNW</vt:lpstr>
      <vt:lpstr>PowerPoint-Präsentation</vt:lpstr>
      <vt:lpstr>Kalman Filter for throwing distance estimation</vt:lpstr>
      <vt:lpstr>Outline                 </vt:lpstr>
      <vt:lpstr>Scenario: Ball throwing competition</vt:lpstr>
      <vt:lpstr>Sensors used</vt:lpstr>
      <vt:lpstr>Sensor specifications</vt:lpstr>
      <vt:lpstr>Use of the Kalman filter</vt:lpstr>
      <vt:lpstr>Kalman Filter, Prediction &amp; Correction</vt:lpstr>
      <vt:lpstr>Testing Results (good example)</vt:lpstr>
      <vt:lpstr>Testing Results (good example)</vt:lpstr>
      <vt:lpstr>Testing Results (bad example)</vt:lpstr>
      <vt:lpstr>Testing Results (bad example)</vt:lpstr>
      <vt:lpstr>Conclusion &amp; Summary</vt:lpstr>
      <vt:lpstr>Possible improvements</vt:lpstr>
      <vt:lpstr>Questions &amp; Answer</vt:lpstr>
      <vt:lpstr>Appendix</vt:lpstr>
      <vt:lpstr>Prediction Step</vt:lpstr>
      <vt:lpstr>Correction Step (1/2)</vt:lpstr>
      <vt:lpstr>Correction Step (2/2)</vt:lpstr>
    </vt:vector>
  </TitlesOfParts>
  <Company>Fachhochschule Nordwestschweiz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Mathieu Coustans</dc:creator>
  <dc:description/>
  <cp:lastModifiedBy>Dominik Bernhard (s)</cp:lastModifiedBy>
  <cp:revision>1</cp:revision>
  <dcterms:created xsi:type="dcterms:W3CDTF">2025-05-07T12:30:30Z</dcterms:created>
  <dcterms:modified xsi:type="dcterms:W3CDTF">2025-07-07T08:00:42Z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0x010100F336E6A137EBA04CAA14C83E6B567E6E</vt:lpwstr>
  </property>
  <property fmtid="{D5CDD505-2E9C-101B-9397-08002B2CF9AE}" pid="3" name="MediaServiceImageTags">
    <vt:lpwstr/>
  </property>
</Properties>
</file>